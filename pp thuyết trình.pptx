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C7C58-73FC-4D95-B7BC-2EC072D285F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12A28-A95B-43C7-9997-7B5BFF60C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4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900B-1664-BE4A-0744-1A974DFD8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8C07D-C035-65C2-7614-2EB0C4EA8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FBE3-E314-7E8B-12F9-E26C816F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63A8-7E2D-DCC0-76E8-5014F847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5E0FF-205F-2B0D-05EE-FD3A84AA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9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7CB3-C682-9D8C-AA55-B16C0F641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6FE9-2F29-7455-C7E6-E19168E80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F56DD-9588-FA16-EC66-29F0F1C7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78D81-920D-4692-E895-1060929B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16F73-A009-726C-5135-BD4D3C5A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BAE1-6BF2-3271-14C2-228B7D96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D72A3-D4FD-B534-74D6-0BEE7148F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58C8B-4AFA-BC1B-B0D8-03C86B50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71C9E-1075-3DEA-5AAC-6C1583C1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4C51F-2EC6-E154-62F7-180D7F92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8352-ED17-0ADB-C84D-E4B988D9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E45CA-729A-70C5-ABCF-267FA0CA5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D3B99-8D7E-8482-9C69-94A9A3AB2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80561-245F-5EF6-C8DD-5140B5E0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C187E-FEBC-C562-7B46-FAF9A022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51A43-2231-2319-B621-EE4218ED7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1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4371-30A0-1E0D-E8B1-F3A40F23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27660-2A3A-D368-9F2F-15453E73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88CCE-B78A-5A50-2E34-3239D596A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899E9-E388-1966-B116-A2D6199C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8F1AB-3949-BA59-119E-BEEF7E13A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C0F66-1EA2-4499-1A82-9CB9E803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377F0-7643-6150-6719-527A5012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0DD74-364E-D4E6-D324-67CF8C35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37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98D3-198F-D165-6CEE-EC1BCF5B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87592-A5C3-6699-0BC4-0456CF05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42400-8EF0-1478-276E-820FD6AF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794C1-241B-9190-E2AD-8AFF3534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4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1C39D-2B24-2573-E6D1-0977F7FA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C7CBD-24DB-EFE2-76E0-ADB385B5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0B4D6-10F1-31C8-A123-E716E0B0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1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E6EB-74D5-F95C-7A9A-A44C74C0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EEB4-1EEB-1E9C-EE51-25189C881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8C25D-CC8F-5426-3750-3C0BB8B84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AB8DE-D687-C4B4-950E-4C2762D5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9CBC9-B6A4-3A79-97D8-50226871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0A96A-A22F-C697-FAB0-E2CA3CD2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3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814E-26B4-C0F9-4FD1-498EECBC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2AAE2-5446-E520-F891-8CF4F626D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49D18-55B2-8AA2-8F7D-E17EC205F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FF8A1-B48F-E25B-8B2E-0C982815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957FC-D9F0-5E06-9278-3D8054E9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E74FE-821B-E752-B0B0-094746A24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466B-C10C-5753-10F7-6CE8E325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4F21E-68BF-C6E5-06CB-6BB5DCAA8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0D938-04E4-40F5-DDFE-A407E768C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68FA-2CD2-F2DE-EFA4-7E6F69D1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D1F6A-2BDD-7855-DBBB-F88439B7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8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75B67-DEB4-6972-7653-B7E180B43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675F6-3BDF-8F43-1025-2855FB01A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3873-7EF0-F87D-45CC-3B424F7A9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0B8E-F248-DD51-E608-17E0A839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1435-720D-5E50-196D-212F508F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6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B338C-7367-4397-0FF8-FC1799FB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409DA-F16A-E47C-2880-109AB4880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68938-A9E1-7314-D66D-D52D8D58D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7CB41-8706-463A-8FE3-EC8ABBF9B8F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C193-8809-F259-79BC-64908FDB5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33F8-1363-947D-7EA5-16901FF79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98C84-7405-445A-A250-0E1E31293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b&#224;i%20b&#225;o%20c&#225;o%20nh&#243;m%203.2%20l&#7899;p%2012c2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Hình nền Powerpoint Tết 2025 màu vàng">
            <a:extLst>
              <a:ext uri="{FF2B5EF4-FFF2-40B4-BE49-F238E27FC236}">
                <a16:creationId xmlns:a16="http://schemas.microsoft.com/office/drawing/2014/main" id="{C7A93882-6F86-678E-6514-18AB6EAC7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3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848BD4-F106-728C-D64D-A80899857BA7}"/>
              </a:ext>
            </a:extLst>
          </p:cNvPr>
          <p:cNvSpPr txBox="1"/>
          <p:nvPr/>
        </p:nvSpPr>
        <p:spPr>
          <a:xfrm>
            <a:off x="1809946" y="848412"/>
            <a:ext cx="86820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400" b="1" cap="all" dirty="0">
                <a:solidFill>
                  <a:srgbClr val="C00000"/>
                </a:solidFill>
              </a:rPr>
              <a:t>XUÂN DU HÍ - VIỆT NAM 2026</a:t>
            </a:r>
          </a:p>
          <a:p>
            <a:br>
              <a:rPr lang="fr-FR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FBF88-C59E-4713-9698-B33844461ED6}"/>
              </a:ext>
            </a:extLst>
          </p:cNvPr>
          <p:cNvSpPr txBox="1"/>
          <p:nvPr/>
        </p:nvSpPr>
        <p:spPr>
          <a:xfrm>
            <a:off x="2152454" y="2055292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KHÁM PHÁ VẺ ĐẸP 34 TỈNH THÀNH NHÂN DỊP TẾT NGUYÊN ĐÁN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028" name="Picture 4" descr="Tích cực lan tỏa hình ảnh du lịch Việt Nam ra thế giới">
            <a:extLst>
              <a:ext uri="{FF2B5EF4-FFF2-40B4-BE49-F238E27FC236}">
                <a16:creationId xmlns:a16="http://schemas.microsoft.com/office/drawing/2014/main" id="{8C64077A-5BCC-652E-01E2-DCB778A72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247" y="2669584"/>
            <a:ext cx="2898742" cy="227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P 40 địa điểm du lịch Việt Nam nổi tiếng, hấp dẫn nhất 2026">
            <a:extLst>
              <a:ext uri="{FF2B5EF4-FFF2-40B4-BE49-F238E27FC236}">
                <a16:creationId xmlns:a16="http://schemas.microsoft.com/office/drawing/2014/main" id="{24AD705F-282B-D503-2818-DD0EA4445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254" y="2669584"/>
            <a:ext cx="3216111" cy="227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DB5C6E-F08A-B7EA-E332-4C30A7770EE0}"/>
              </a:ext>
            </a:extLst>
          </p:cNvPr>
          <p:cNvSpPr/>
          <p:nvPr/>
        </p:nvSpPr>
        <p:spPr>
          <a:xfrm>
            <a:off x="4972637" y="5290001"/>
            <a:ext cx="2898743" cy="11008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4C21D-D7D6-7233-AF9B-8229D02753A5}"/>
              </a:ext>
            </a:extLst>
          </p:cNvPr>
          <p:cNvSpPr txBox="1"/>
          <p:nvPr/>
        </p:nvSpPr>
        <p:spPr>
          <a:xfrm>
            <a:off x="5175315" y="5578828"/>
            <a:ext cx="2432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NHÓM 3/2</a:t>
            </a:r>
          </a:p>
        </p:txBody>
      </p:sp>
    </p:spTree>
    <p:extLst>
      <p:ext uri="{BB962C8B-B14F-4D97-AF65-F5344CB8AC3E}">
        <p14:creationId xmlns:p14="http://schemas.microsoft.com/office/powerpoint/2010/main" val="237674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ình nền powerpoint địa lý bản đồ việt nam">
            <a:extLst>
              <a:ext uri="{FF2B5EF4-FFF2-40B4-BE49-F238E27FC236}">
                <a16:creationId xmlns:a16="http://schemas.microsoft.com/office/drawing/2014/main" id="{E7C1C8A3-127D-0F32-220C-94DFE5680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2192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EC7F4C-6C85-23F0-D7CA-3941CFA23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775017"/>
              </p:ext>
            </p:extLst>
          </p:nvPr>
        </p:nvGraphicFramePr>
        <p:xfrm>
          <a:off x="542565" y="1263192"/>
          <a:ext cx="8128000" cy="3360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4268">
                  <a:extLst>
                    <a:ext uri="{9D8B030D-6E8A-4147-A177-3AD203B41FA5}">
                      <a16:colId xmlns:a16="http://schemas.microsoft.com/office/drawing/2014/main" val="1866648491"/>
                    </a:ext>
                  </a:extLst>
                </a:gridCol>
                <a:gridCol w="5493732">
                  <a:extLst>
                    <a:ext uri="{9D8B030D-6E8A-4147-A177-3AD203B41FA5}">
                      <a16:colId xmlns:a16="http://schemas.microsoft.com/office/drawing/2014/main" val="1261471822"/>
                    </a:ext>
                  </a:extLst>
                </a:gridCol>
              </a:tblGrid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CÁCH THÀNH VIÊN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NHIỆM VỤ 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699816"/>
                  </a:ext>
                </a:extLst>
              </a:tr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Lê Nhật Huy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 err="1"/>
                        <a:t>Viết</a:t>
                      </a:r>
                      <a:r>
                        <a:rPr lang="en-US" b="0" i="1" dirty="0"/>
                        <a:t> </a:t>
                      </a:r>
                      <a:r>
                        <a:rPr lang="en-US" b="0" i="1" dirty="0" err="1"/>
                        <a:t>mã</a:t>
                      </a:r>
                      <a:r>
                        <a:rPr lang="en-US" b="0" i="1" dirty="0"/>
                        <a:t> </a:t>
                      </a:r>
                      <a:r>
                        <a:rPr lang="en-US" b="0" i="1" dirty="0" err="1"/>
                        <a:t>nguồn</a:t>
                      </a:r>
                      <a:r>
                        <a:rPr lang="en-US" b="0" i="1" dirty="0"/>
                        <a:t> (code)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886497"/>
                  </a:ext>
                </a:extLst>
              </a:tr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Bùi Ngọc Tài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bài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thuyết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trình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374008"/>
                  </a:ext>
                </a:extLst>
              </a:tr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Phạm Đình Tuấn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Thiết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bài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thuyết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trình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662781"/>
                  </a:ext>
                </a:extLst>
              </a:tr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Lê Tiến Hoàng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kiếm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tài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ảnh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327364"/>
                  </a:ext>
                </a:extLst>
              </a:tr>
              <a:tr h="5200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Lê Duy Lợi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kiếm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tài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liệu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hình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ảnh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4339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B2C27F-CE05-2CE6-1F49-AA509DD38448}"/>
              </a:ext>
            </a:extLst>
          </p:cNvPr>
          <p:cNvSpPr txBox="1"/>
          <p:nvPr/>
        </p:nvSpPr>
        <p:spPr>
          <a:xfrm>
            <a:off x="678730" y="414779"/>
            <a:ext cx="7991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CÁC THÀNH VIÊN THAM GIA</a:t>
            </a:r>
          </a:p>
        </p:txBody>
      </p:sp>
      <p:sp>
        <p:nvSpPr>
          <p:cNvPr id="4" name="AutoShape 2" descr="hình nền powerpoint địa lý bản đồ việt nam">
            <a:extLst>
              <a:ext uri="{FF2B5EF4-FFF2-40B4-BE49-F238E27FC236}">
                <a16:creationId xmlns:a16="http://schemas.microsoft.com/office/drawing/2014/main" id="{1D9C0191-5E0E-43EA-A7F4-B9A09DF37F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82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ải Mẫu nền background đẹp cho thiết kế">
            <a:extLst>
              <a:ext uri="{FF2B5EF4-FFF2-40B4-BE49-F238E27FC236}">
                <a16:creationId xmlns:a16="http://schemas.microsoft.com/office/drawing/2014/main" id="{C0FECA3B-7133-2F66-DA70-AB1634723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8BEDC1-21A7-4968-1247-1181EF5D78BD}"/>
              </a:ext>
            </a:extLst>
          </p:cNvPr>
          <p:cNvSpPr/>
          <p:nvPr/>
        </p:nvSpPr>
        <p:spPr>
          <a:xfrm>
            <a:off x="791852" y="443060"/>
            <a:ext cx="273377" cy="76944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9BCE9-3531-F4C7-9473-D3BB6340D698}"/>
              </a:ext>
            </a:extLst>
          </p:cNvPr>
          <p:cNvSpPr txBox="1"/>
          <p:nvPr/>
        </p:nvSpPr>
        <p:spPr>
          <a:xfrm>
            <a:off x="1187777" y="546755"/>
            <a:ext cx="84369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Ý TƯỞNG VÀ CẢM HỨNG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96C0E-4466-731D-719C-9D98FE83E3F6}"/>
              </a:ext>
            </a:extLst>
          </p:cNvPr>
          <p:cNvSpPr txBox="1"/>
          <p:nvPr/>
        </p:nvSpPr>
        <p:spPr>
          <a:xfrm>
            <a:off x="791852" y="1536569"/>
            <a:ext cx="110670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Cảm</a:t>
            </a:r>
            <a:r>
              <a:rPr lang="en-US" b="1" dirty="0"/>
              <a:t> </a:t>
            </a:r>
            <a:r>
              <a:rPr lang="en-US" b="1" dirty="0" err="1"/>
              <a:t>hứng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sự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thoa</a:t>
            </a:r>
            <a:r>
              <a:rPr lang="en-US" b="1" dirty="0"/>
              <a:t>: </a:t>
            </a:r>
            <a:r>
              <a:rPr lang="en-US" b="1" dirty="0" err="1"/>
              <a:t>Cũ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Mới</a:t>
            </a:r>
            <a:endParaRPr lang="en-US" dirty="0"/>
          </a:p>
          <a:p>
            <a:r>
              <a:rPr lang="en-US" dirty="0"/>
              <a:t>Du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Tết</a:t>
            </a:r>
            <a:r>
              <a:rPr lang="en-US" dirty="0"/>
              <a:t> 2026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chuyến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rập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.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hứng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"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chảy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".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trẻ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xu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Hà </a:t>
            </a:r>
            <a:r>
              <a:rPr lang="en-US" b="1" dirty="0" err="1"/>
              <a:t>Nội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Nhật Tân,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mùng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vắng</a:t>
            </a:r>
            <a:r>
              <a:rPr lang="en-US" dirty="0"/>
              <a:t> </a:t>
            </a:r>
            <a:r>
              <a:rPr lang="en-US" dirty="0" err="1"/>
              <a:t>lặng</a:t>
            </a:r>
            <a:r>
              <a:rPr lang="en-US" dirty="0"/>
              <a:t>, </a:t>
            </a:r>
            <a:r>
              <a:rPr lang="en-US" dirty="0" err="1"/>
              <a:t>nhâm</a:t>
            </a:r>
            <a:r>
              <a:rPr lang="en-US" dirty="0"/>
              <a:t> </a:t>
            </a:r>
            <a:r>
              <a:rPr lang="en-US" dirty="0" err="1"/>
              <a:t>nhi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phê</a:t>
            </a:r>
            <a:r>
              <a:rPr lang="en-US" dirty="0"/>
              <a:t> </a:t>
            </a:r>
            <a:r>
              <a:rPr lang="en-US" dirty="0" err="1"/>
              <a:t>trứng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Gươm</a:t>
            </a:r>
            <a:r>
              <a:rPr lang="en-US" dirty="0"/>
              <a:t>,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hơi</a:t>
            </a:r>
            <a:r>
              <a:rPr lang="en-US" dirty="0"/>
              <a:t> </a:t>
            </a:r>
            <a:r>
              <a:rPr lang="en-US" dirty="0" err="1"/>
              <a:t>thở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ngàn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hiến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Huế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Tết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lễ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rước</a:t>
            </a:r>
            <a:r>
              <a:rPr lang="en-US" dirty="0"/>
              <a:t> </a:t>
            </a:r>
            <a:r>
              <a:rPr lang="en-US" dirty="0" err="1"/>
              <a:t>rồng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áo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,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vở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gạch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lát</a:t>
            </a:r>
            <a:r>
              <a:rPr lang="en-US" dirty="0"/>
              <a:t> </a:t>
            </a:r>
            <a:r>
              <a:rPr lang="en-US" dirty="0" err="1"/>
              <a:t>đá</a:t>
            </a:r>
            <a:r>
              <a:rPr lang="en-US" dirty="0"/>
              <a:t>.</a:t>
            </a:r>
          </a:p>
          <a:p>
            <a:r>
              <a:rPr lang="en-US" b="1" dirty="0"/>
              <a:t>2. Ý </a:t>
            </a:r>
            <a:r>
              <a:rPr lang="en-US" b="1" dirty="0" err="1"/>
              <a:t>tưởng</a:t>
            </a:r>
            <a:r>
              <a:rPr lang="en-US" b="1" dirty="0"/>
              <a:t>: "</a:t>
            </a:r>
            <a:r>
              <a:rPr lang="en-US" b="1" dirty="0" err="1"/>
              <a:t>Tết</a:t>
            </a:r>
            <a:r>
              <a:rPr lang="en-US" b="1" dirty="0"/>
              <a:t> Xanh" </a:t>
            </a:r>
            <a:r>
              <a:rPr lang="en-US" b="1" dirty="0" err="1"/>
              <a:t>và</a:t>
            </a:r>
            <a:r>
              <a:rPr lang="en-US" b="1" dirty="0"/>
              <a:t> "Du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Chữa</a:t>
            </a:r>
            <a:r>
              <a:rPr lang="en-US" b="1" dirty="0"/>
              <a:t> </a:t>
            </a:r>
            <a:r>
              <a:rPr lang="en-US" b="1" dirty="0" err="1"/>
              <a:t>lành</a:t>
            </a:r>
            <a:r>
              <a:rPr lang="en-US" b="1" dirty="0"/>
              <a:t>"</a:t>
            </a:r>
            <a:endParaRPr lang="en-US" dirty="0"/>
          </a:p>
          <a:p>
            <a:r>
              <a:rPr lang="en-US" dirty="0"/>
              <a:t>Thay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ồn</a:t>
            </a:r>
            <a:r>
              <a:rPr lang="en-US" dirty="0"/>
              <a:t> </a:t>
            </a:r>
            <a:r>
              <a:rPr lang="en-US" dirty="0" err="1"/>
              <a:t>ào</a:t>
            </a:r>
            <a:r>
              <a:rPr lang="en-US" dirty="0"/>
              <a:t>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chuyến</a:t>
            </a:r>
            <a:r>
              <a:rPr lang="en-US" dirty="0"/>
              <a:t> du </a:t>
            </a:r>
            <a:r>
              <a:rPr lang="en-US" dirty="0" err="1"/>
              <a:t>xuân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:</a:t>
            </a:r>
          </a:p>
          <a:p>
            <a:pPr lvl="0"/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b="1" dirty="0" err="1"/>
              <a:t>ngàn</a:t>
            </a:r>
            <a:r>
              <a:rPr lang="en-US" b="1" dirty="0"/>
              <a:t> Tây Nguyên:</a:t>
            </a:r>
            <a:r>
              <a:rPr lang="en-US" dirty="0"/>
              <a:t> Thay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náo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homestay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rẫy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phê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Đắk</a:t>
            </a:r>
            <a:r>
              <a:rPr lang="en-US" dirty="0"/>
              <a:t> </a:t>
            </a:r>
            <a:r>
              <a:rPr lang="en-US" dirty="0" err="1"/>
              <a:t>Lắk</a:t>
            </a:r>
            <a:r>
              <a:rPr lang="en-US" dirty="0"/>
              <a:t>. Nghe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cồng</a:t>
            </a:r>
            <a:r>
              <a:rPr lang="en-US" dirty="0"/>
              <a:t> </a:t>
            </a:r>
            <a:r>
              <a:rPr lang="en-US" dirty="0" err="1"/>
              <a:t>chiêng</a:t>
            </a:r>
            <a:r>
              <a:rPr lang="en-US" dirty="0"/>
              <a:t> vang </a:t>
            </a:r>
            <a:r>
              <a:rPr lang="en-US" dirty="0" err="1"/>
              <a:t>vọng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đêm</a:t>
            </a:r>
            <a:r>
              <a:rPr lang="en-US" dirty="0"/>
              <a:t> </a:t>
            </a:r>
            <a:r>
              <a:rPr lang="en-US" dirty="0" err="1"/>
              <a:t>xuân</a:t>
            </a:r>
            <a:r>
              <a:rPr lang="en-US" dirty="0"/>
              <a:t>, </a:t>
            </a:r>
            <a:r>
              <a:rPr lang="en-US" dirty="0" err="1"/>
              <a:t>hít</a:t>
            </a:r>
            <a:r>
              <a:rPr lang="en-US" dirty="0"/>
              <a:t> </a:t>
            </a:r>
            <a:r>
              <a:rPr lang="en-US" dirty="0" err="1"/>
              <a:t>hà</a:t>
            </a:r>
            <a:r>
              <a:rPr lang="en-US" dirty="0"/>
              <a:t> </a:t>
            </a:r>
            <a:r>
              <a:rPr lang="en-US" dirty="0" err="1"/>
              <a:t>mùi</a:t>
            </a:r>
            <a:r>
              <a:rPr lang="en-US" dirty="0"/>
              <a:t> </a:t>
            </a:r>
            <a:r>
              <a:rPr lang="en-US" dirty="0" err="1"/>
              <a:t>đất</a:t>
            </a:r>
            <a:r>
              <a:rPr lang="en-US" dirty="0"/>
              <a:t> </a:t>
            </a:r>
            <a:r>
              <a:rPr lang="en-US" dirty="0" err="1"/>
              <a:t>đỏ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</a:t>
            </a:r>
            <a:r>
              <a:rPr lang="en-US" dirty="0" err="1"/>
              <a:t>tuyệt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Sắc</a:t>
            </a:r>
            <a:r>
              <a:rPr lang="en-US" b="1" dirty="0"/>
              <a:t> </a:t>
            </a:r>
            <a:r>
              <a:rPr lang="en-US" b="1" dirty="0" err="1"/>
              <a:t>xuân</a:t>
            </a:r>
            <a:r>
              <a:rPr lang="en-US" b="1" dirty="0"/>
              <a:t>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Hà Giang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mận</a:t>
            </a:r>
            <a:r>
              <a:rPr lang="en-US" dirty="0"/>
              <a:t>,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lê</a:t>
            </a:r>
            <a:r>
              <a:rPr lang="en-US" dirty="0"/>
              <a:t> </a:t>
            </a:r>
            <a:r>
              <a:rPr lang="en-US" dirty="0" err="1"/>
              <a:t>nở</a:t>
            </a:r>
            <a:r>
              <a:rPr lang="en-US" dirty="0"/>
              <a:t> </a:t>
            </a:r>
            <a:r>
              <a:rPr lang="en-US" dirty="0" err="1"/>
              <a:t>trắng</a:t>
            </a:r>
            <a:r>
              <a:rPr lang="en-US" dirty="0"/>
              <a:t> </a:t>
            </a:r>
            <a:r>
              <a:rPr lang="en-US" dirty="0" err="1"/>
              <a:t>rừng</a:t>
            </a:r>
            <a:r>
              <a:rPr lang="en-US" dirty="0"/>
              <a:t>. Ý </a:t>
            </a:r>
            <a:r>
              <a:rPr lang="en-US" dirty="0" err="1"/>
              <a:t>tưởng</a:t>
            </a:r>
            <a:r>
              <a:rPr lang="en-US" dirty="0"/>
              <a:t>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"du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sẻ</a:t>
            </a:r>
            <a:r>
              <a:rPr lang="en-US" dirty="0"/>
              <a:t> chia" –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món</a:t>
            </a:r>
            <a:r>
              <a:rPr lang="en-US" dirty="0"/>
              <a:t> </a:t>
            </a:r>
            <a:r>
              <a:rPr lang="en-US" dirty="0" err="1"/>
              <a:t>quà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trẻ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mùa</a:t>
            </a:r>
            <a:r>
              <a:rPr lang="en-US" dirty="0"/>
              <a:t> </a:t>
            </a:r>
            <a:r>
              <a:rPr lang="en-US" dirty="0" err="1"/>
              <a:t>xuân</a:t>
            </a:r>
            <a:r>
              <a:rPr lang="en-US" dirty="0"/>
              <a:t> </a:t>
            </a:r>
            <a:r>
              <a:rPr lang="en-US" dirty="0" err="1"/>
              <a:t>ấm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lòng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.</a:t>
            </a:r>
          </a:p>
          <a:p>
            <a:r>
              <a:rPr lang="en-US" b="1" dirty="0"/>
              <a:t>3. </a:t>
            </a:r>
            <a:r>
              <a:rPr lang="en-US" b="1" dirty="0" err="1"/>
              <a:t>Miền</a:t>
            </a:r>
            <a:r>
              <a:rPr lang="en-US" b="1" dirty="0"/>
              <a:t> Tây -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hưởng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sắc</a:t>
            </a:r>
            <a:r>
              <a:rPr lang="en-US" b="1" dirty="0"/>
              <a:t> </a:t>
            </a:r>
            <a:r>
              <a:rPr lang="en-US" b="1" dirty="0" err="1"/>
              <a:t>màu</a:t>
            </a:r>
            <a:endParaRPr lang="en-US" dirty="0"/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nồng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, </a:t>
            </a:r>
            <a:r>
              <a:rPr lang="en-US" dirty="0" err="1"/>
              <a:t>miền</a:t>
            </a:r>
            <a:r>
              <a:rPr lang="en-US" dirty="0"/>
              <a:t> Tây Nam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bao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cũ</a:t>
            </a:r>
            <a:r>
              <a:rPr lang="en-US" dirty="0"/>
              <a:t>. </a:t>
            </a:r>
            <a:r>
              <a:rPr lang="en-US" dirty="0" err="1"/>
              <a:t>Tết</a:t>
            </a:r>
            <a:r>
              <a:rPr lang="en-US" dirty="0"/>
              <a:t> 2026,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lênh</a:t>
            </a:r>
            <a:r>
              <a:rPr lang="en-US" dirty="0"/>
              <a:t> </a:t>
            </a:r>
            <a:r>
              <a:rPr lang="en-US" dirty="0" err="1"/>
              <a:t>đênh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chợ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tờ</a:t>
            </a:r>
            <a:r>
              <a:rPr lang="en-US" dirty="0"/>
              <a:t> </a:t>
            </a:r>
            <a:r>
              <a:rPr lang="en-US" dirty="0" err="1"/>
              <a:t>mờ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, </a:t>
            </a:r>
            <a:r>
              <a:rPr lang="en-US" dirty="0" err="1"/>
              <a:t>thưởng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bún</a:t>
            </a:r>
            <a:r>
              <a:rPr lang="en-US" dirty="0"/>
              <a:t> </a:t>
            </a:r>
            <a:r>
              <a:rPr lang="en-US" dirty="0" err="1"/>
              <a:t>riêu</a:t>
            </a:r>
            <a:r>
              <a:rPr lang="en-US" dirty="0"/>
              <a:t> </a:t>
            </a:r>
            <a:r>
              <a:rPr lang="en-US" dirty="0" err="1"/>
              <a:t>nóng</a:t>
            </a:r>
            <a:r>
              <a:rPr lang="en-US" dirty="0"/>
              <a:t> </a:t>
            </a:r>
            <a:r>
              <a:rPr lang="en-US" dirty="0" err="1"/>
              <a:t>hổi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ghe</a:t>
            </a:r>
            <a:r>
              <a:rPr lang="en-US" dirty="0"/>
              <a:t>.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rực</a:t>
            </a:r>
            <a:r>
              <a:rPr lang="en-US" dirty="0"/>
              <a:t> </a:t>
            </a:r>
            <a:r>
              <a:rPr lang="en-US" dirty="0" err="1"/>
              <a:t>rỡ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làng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Sa </a:t>
            </a:r>
            <a:r>
              <a:rPr lang="en-US" dirty="0" err="1"/>
              <a:t>Đéc</a:t>
            </a:r>
            <a:r>
              <a:rPr lang="en-US" dirty="0"/>
              <a:t>,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ngọt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mứt</a:t>
            </a:r>
            <a:r>
              <a:rPr lang="en-US" dirty="0"/>
              <a:t> </a:t>
            </a:r>
            <a:r>
              <a:rPr lang="en-US" dirty="0" err="1"/>
              <a:t>dừa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nụ</a:t>
            </a:r>
            <a:r>
              <a:rPr lang="en-US" dirty="0"/>
              <a:t> </a:t>
            </a:r>
            <a:r>
              <a:rPr lang="en-US" dirty="0" err="1"/>
              <a:t>cười</a:t>
            </a:r>
            <a:r>
              <a:rPr lang="en-US" dirty="0"/>
              <a:t> </a:t>
            </a:r>
            <a:r>
              <a:rPr lang="en-US" dirty="0" err="1"/>
              <a:t>hiền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dân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194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705350" y="0"/>
              <a:ext cx="7486650" cy="6858000"/>
            </a:xfrm>
            <a:custGeom>
              <a:avLst/>
              <a:gdLst/>
              <a:ahLst/>
              <a:cxnLst/>
              <a:rect l="l" t="t" r="r" b="b"/>
              <a:pathLst>
                <a:path w="7486650" h="6858000">
                  <a:moveTo>
                    <a:pt x="0" y="6858000"/>
                  </a:moveTo>
                  <a:lnTo>
                    <a:pt x="7486650" y="6858000"/>
                  </a:lnTo>
                  <a:lnTo>
                    <a:pt x="748665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CF6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705350" cy="6858000"/>
            </a:xfrm>
            <a:custGeom>
              <a:avLst/>
              <a:gdLst/>
              <a:ahLst/>
              <a:cxnLst/>
              <a:rect l="l" t="t" r="r" b="b"/>
              <a:pathLst>
                <a:path w="4705350" h="6858000">
                  <a:moveTo>
                    <a:pt x="47053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705350" y="6858000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A74A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705350" cy="6858000"/>
            </a:xfrm>
            <a:custGeom>
              <a:avLst/>
              <a:gdLst/>
              <a:ahLst/>
              <a:cxnLst/>
              <a:rect l="l" t="t" r="r" b="b"/>
              <a:pathLst>
                <a:path w="4705350" h="6858000">
                  <a:moveTo>
                    <a:pt x="47053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705350" y="6858000"/>
                  </a:lnTo>
                  <a:lnTo>
                    <a:pt x="4705350" y="0"/>
                  </a:lnTo>
                  <a:close/>
                </a:path>
              </a:pathLst>
            </a:custGeom>
            <a:solidFill>
              <a:srgbClr val="3C9071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912" y="5800090"/>
              <a:ext cx="3114008" cy="10579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6625" y="0"/>
              <a:ext cx="6172200" cy="1781175"/>
            </a:xfrm>
            <a:custGeom>
              <a:avLst/>
              <a:gdLst/>
              <a:ahLst/>
              <a:cxnLst/>
              <a:rect l="l" t="t" r="r" b="b"/>
              <a:pathLst>
                <a:path w="6172200" h="1781175">
                  <a:moveTo>
                    <a:pt x="4283075" y="1746503"/>
                  </a:moveTo>
                  <a:lnTo>
                    <a:pt x="4263898" y="1746503"/>
                  </a:lnTo>
                  <a:lnTo>
                    <a:pt x="4256151" y="1754251"/>
                  </a:lnTo>
                  <a:lnTo>
                    <a:pt x="4256151" y="1773427"/>
                  </a:lnTo>
                  <a:lnTo>
                    <a:pt x="4263898" y="1781175"/>
                  </a:lnTo>
                  <a:lnTo>
                    <a:pt x="4283075" y="1781175"/>
                  </a:lnTo>
                  <a:lnTo>
                    <a:pt x="4290949" y="1773427"/>
                  </a:lnTo>
                  <a:lnTo>
                    <a:pt x="4290949" y="1754251"/>
                  </a:lnTo>
                  <a:lnTo>
                    <a:pt x="4283075" y="1746503"/>
                  </a:lnTo>
                  <a:close/>
                </a:path>
                <a:path w="6172200" h="1781175">
                  <a:moveTo>
                    <a:pt x="4103116" y="1740662"/>
                  </a:moveTo>
                  <a:lnTo>
                    <a:pt x="4083939" y="1740662"/>
                  </a:lnTo>
                  <a:lnTo>
                    <a:pt x="4076065" y="1748409"/>
                  </a:lnTo>
                  <a:lnTo>
                    <a:pt x="4076065" y="1767586"/>
                  </a:lnTo>
                  <a:lnTo>
                    <a:pt x="4083939" y="1775333"/>
                  </a:lnTo>
                  <a:lnTo>
                    <a:pt x="4103116" y="1775333"/>
                  </a:lnTo>
                  <a:lnTo>
                    <a:pt x="4110990" y="1767586"/>
                  </a:lnTo>
                  <a:lnTo>
                    <a:pt x="4110990" y="1748409"/>
                  </a:lnTo>
                  <a:lnTo>
                    <a:pt x="4103116" y="1740662"/>
                  </a:lnTo>
                  <a:close/>
                </a:path>
                <a:path w="6172200" h="1781175">
                  <a:moveTo>
                    <a:pt x="4422521" y="1729104"/>
                  </a:moveTo>
                  <a:lnTo>
                    <a:pt x="4403217" y="1729104"/>
                  </a:lnTo>
                  <a:lnTo>
                    <a:pt x="4395470" y="1736852"/>
                  </a:lnTo>
                  <a:lnTo>
                    <a:pt x="4395470" y="1756028"/>
                  </a:lnTo>
                  <a:lnTo>
                    <a:pt x="4403217" y="1763776"/>
                  </a:lnTo>
                  <a:lnTo>
                    <a:pt x="4422521" y="1763776"/>
                  </a:lnTo>
                  <a:lnTo>
                    <a:pt x="4430268" y="1756028"/>
                  </a:lnTo>
                  <a:lnTo>
                    <a:pt x="4430268" y="1736852"/>
                  </a:lnTo>
                  <a:lnTo>
                    <a:pt x="4422521" y="1729104"/>
                  </a:lnTo>
                  <a:close/>
                </a:path>
                <a:path w="6172200" h="1781175">
                  <a:moveTo>
                    <a:pt x="4550283" y="1711705"/>
                  </a:moveTo>
                  <a:lnTo>
                    <a:pt x="4530979" y="1711705"/>
                  </a:lnTo>
                  <a:lnTo>
                    <a:pt x="4523232" y="1719452"/>
                  </a:lnTo>
                  <a:lnTo>
                    <a:pt x="4523232" y="1738629"/>
                  </a:lnTo>
                  <a:lnTo>
                    <a:pt x="4530979" y="1746503"/>
                  </a:lnTo>
                  <a:lnTo>
                    <a:pt x="4550283" y="1746503"/>
                  </a:lnTo>
                  <a:lnTo>
                    <a:pt x="4558030" y="1738629"/>
                  </a:lnTo>
                  <a:lnTo>
                    <a:pt x="4558030" y="1719452"/>
                  </a:lnTo>
                  <a:lnTo>
                    <a:pt x="4550283" y="1711705"/>
                  </a:lnTo>
                  <a:close/>
                </a:path>
                <a:path w="6172200" h="1781175">
                  <a:moveTo>
                    <a:pt x="3957954" y="1694434"/>
                  </a:moveTo>
                  <a:lnTo>
                    <a:pt x="3938778" y="1694434"/>
                  </a:lnTo>
                  <a:lnTo>
                    <a:pt x="3930904" y="1702180"/>
                  </a:lnTo>
                  <a:lnTo>
                    <a:pt x="3930904" y="1721358"/>
                  </a:lnTo>
                  <a:lnTo>
                    <a:pt x="3938778" y="1729104"/>
                  </a:lnTo>
                  <a:lnTo>
                    <a:pt x="3957954" y="1729104"/>
                  </a:lnTo>
                  <a:lnTo>
                    <a:pt x="3965829" y="1721358"/>
                  </a:lnTo>
                  <a:lnTo>
                    <a:pt x="3965829" y="1702180"/>
                  </a:lnTo>
                  <a:lnTo>
                    <a:pt x="3957954" y="1694434"/>
                  </a:lnTo>
                  <a:close/>
                </a:path>
                <a:path w="6172200" h="1781175">
                  <a:moveTo>
                    <a:pt x="4166997" y="1659636"/>
                  </a:moveTo>
                  <a:lnTo>
                    <a:pt x="4147820" y="1659636"/>
                  </a:lnTo>
                  <a:lnTo>
                    <a:pt x="4139946" y="1667383"/>
                  </a:lnTo>
                  <a:lnTo>
                    <a:pt x="4139946" y="1686560"/>
                  </a:lnTo>
                  <a:lnTo>
                    <a:pt x="4147820" y="1694434"/>
                  </a:lnTo>
                  <a:lnTo>
                    <a:pt x="4166997" y="1694434"/>
                  </a:lnTo>
                  <a:lnTo>
                    <a:pt x="4174744" y="1686560"/>
                  </a:lnTo>
                  <a:lnTo>
                    <a:pt x="4174744" y="1667383"/>
                  </a:lnTo>
                  <a:lnTo>
                    <a:pt x="4166997" y="1659636"/>
                  </a:lnTo>
                  <a:close/>
                </a:path>
                <a:path w="6172200" h="1781175">
                  <a:moveTo>
                    <a:pt x="4300601" y="1653921"/>
                  </a:moveTo>
                  <a:lnTo>
                    <a:pt x="4281297" y="1653921"/>
                  </a:lnTo>
                  <a:lnTo>
                    <a:pt x="4273550" y="1661667"/>
                  </a:lnTo>
                  <a:lnTo>
                    <a:pt x="4273550" y="1680845"/>
                  </a:lnTo>
                  <a:lnTo>
                    <a:pt x="4281297" y="1688591"/>
                  </a:lnTo>
                  <a:lnTo>
                    <a:pt x="4300601" y="1688591"/>
                  </a:lnTo>
                  <a:lnTo>
                    <a:pt x="4308348" y="1680845"/>
                  </a:lnTo>
                  <a:lnTo>
                    <a:pt x="4308348" y="1661667"/>
                  </a:lnTo>
                  <a:lnTo>
                    <a:pt x="4300601" y="1653921"/>
                  </a:lnTo>
                  <a:close/>
                </a:path>
                <a:path w="6172200" h="1781175">
                  <a:moveTo>
                    <a:pt x="3841877" y="1648078"/>
                  </a:moveTo>
                  <a:lnTo>
                    <a:pt x="3822573" y="1648078"/>
                  </a:lnTo>
                  <a:lnTo>
                    <a:pt x="3814826" y="1655826"/>
                  </a:lnTo>
                  <a:lnTo>
                    <a:pt x="3814826" y="1675002"/>
                  </a:lnTo>
                  <a:lnTo>
                    <a:pt x="3822573" y="1682750"/>
                  </a:lnTo>
                  <a:lnTo>
                    <a:pt x="3841877" y="1682750"/>
                  </a:lnTo>
                  <a:lnTo>
                    <a:pt x="3849624" y="1675002"/>
                  </a:lnTo>
                  <a:lnTo>
                    <a:pt x="3849624" y="1655826"/>
                  </a:lnTo>
                  <a:lnTo>
                    <a:pt x="3841877" y="1648078"/>
                  </a:lnTo>
                  <a:close/>
                </a:path>
                <a:path w="6172200" h="1781175">
                  <a:moveTo>
                    <a:pt x="4683759" y="1642364"/>
                  </a:moveTo>
                  <a:lnTo>
                    <a:pt x="4664583" y="1642364"/>
                  </a:lnTo>
                  <a:lnTo>
                    <a:pt x="4656708" y="1650111"/>
                  </a:lnTo>
                  <a:lnTo>
                    <a:pt x="4656708" y="1669288"/>
                  </a:lnTo>
                  <a:lnTo>
                    <a:pt x="4664583" y="1677035"/>
                  </a:lnTo>
                  <a:lnTo>
                    <a:pt x="4683759" y="1677035"/>
                  </a:lnTo>
                  <a:lnTo>
                    <a:pt x="4691507" y="1669288"/>
                  </a:lnTo>
                  <a:lnTo>
                    <a:pt x="4691507" y="1650111"/>
                  </a:lnTo>
                  <a:lnTo>
                    <a:pt x="4683759" y="1642364"/>
                  </a:lnTo>
                  <a:close/>
                </a:path>
                <a:path w="6172200" h="1781175">
                  <a:moveTo>
                    <a:pt x="4045077" y="1619123"/>
                  </a:moveTo>
                  <a:lnTo>
                    <a:pt x="4025773" y="1619123"/>
                  </a:lnTo>
                  <a:lnTo>
                    <a:pt x="4018026" y="1626870"/>
                  </a:lnTo>
                  <a:lnTo>
                    <a:pt x="4018026" y="1646047"/>
                  </a:lnTo>
                  <a:lnTo>
                    <a:pt x="4025773" y="1653921"/>
                  </a:lnTo>
                  <a:lnTo>
                    <a:pt x="4045077" y="1653921"/>
                  </a:lnTo>
                  <a:lnTo>
                    <a:pt x="4052824" y="1646047"/>
                  </a:lnTo>
                  <a:lnTo>
                    <a:pt x="4052824" y="1626870"/>
                  </a:lnTo>
                  <a:lnTo>
                    <a:pt x="4045077" y="1619123"/>
                  </a:lnTo>
                  <a:close/>
                </a:path>
                <a:path w="6172200" h="1781175">
                  <a:moveTo>
                    <a:pt x="4457319" y="1613408"/>
                  </a:moveTo>
                  <a:lnTo>
                    <a:pt x="4438015" y="1613408"/>
                  </a:lnTo>
                  <a:lnTo>
                    <a:pt x="4430268" y="1621154"/>
                  </a:lnTo>
                  <a:lnTo>
                    <a:pt x="4430268" y="1640332"/>
                  </a:lnTo>
                  <a:lnTo>
                    <a:pt x="4438015" y="1648078"/>
                  </a:lnTo>
                  <a:lnTo>
                    <a:pt x="4457319" y="1648078"/>
                  </a:lnTo>
                  <a:lnTo>
                    <a:pt x="4465066" y="1640332"/>
                  </a:lnTo>
                  <a:lnTo>
                    <a:pt x="4465066" y="1621154"/>
                  </a:lnTo>
                  <a:lnTo>
                    <a:pt x="4457319" y="1613408"/>
                  </a:lnTo>
                  <a:close/>
                </a:path>
                <a:path w="6172200" h="1781175">
                  <a:moveTo>
                    <a:pt x="4585081" y="1601851"/>
                  </a:moveTo>
                  <a:lnTo>
                    <a:pt x="4565777" y="1601851"/>
                  </a:lnTo>
                  <a:lnTo>
                    <a:pt x="4558030" y="1609598"/>
                  </a:lnTo>
                  <a:lnTo>
                    <a:pt x="4558030" y="1628775"/>
                  </a:lnTo>
                  <a:lnTo>
                    <a:pt x="4565777" y="1636522"/>
                  </a:lnTo>
                  <a:lnTo>
                    <a:pt x="4585081" y="1636522"/>
                  </a:lnTo>
                  <a:lnTo>
                    <a:pt x="4592828" y="1628775"/>
                  </a:lnTo>
                  <a:lnTo>
                    <a:pt x="4592828" y="1609598"/>
                  </a:lnTo>
                  <a:lnTo>
                    <a:pt x="4585081" y="1601851"/>
                  </a:lnTo>
                  <a:close/>
                </a:path>
                <a:path w="6172200" h="1781175">
                  <a:moveTo>
                    <a:pt x="3731514" y="1601851"/>
                  </a:moveTo>
                  <a:lnTo>
                    <a:pt x="3712336" y="1601851"/>
                  </a:lnTo>
                  <a:lnTo>
                    <a:pt x="3704463" y="1609598"/>
                  </a:lnTo>
                  <a:lnTo>
                    <a:pt x="3704463" y="1628775"/>
                  </a:lnTo>
                  <a:lnTo>
                    <a:pt x="3712336" y="1636522"/>
                  </a:lnTo>
                  <a:lnTo>
                    <a:pt x="3731514" y="1636522"/>
                  </a:lnTo>
                  <a:lnTo>
                    <a:pt x="3739260" y="1628775"/>
                  </a:lnTo>
                  <a:lnTo>
                    <a:pt x="3739260" y="1609598"/>
                  </a:lnTo>
                  <a:lnTo>
                    <a:pt x="3731514" y="1601851"/>
                  </a:lnTo>
                  <a:close/>
                </a:path>
                <a:path w="6172200" h="1781175">
                  <a:moveTo>
                    <a:pt x="3934714" y="1567052"/>
                  </a:moveTo>
                  <a:lnTo>
                    <a:pt x="3915536" y="1567052"/>
                  </a:lnTo>
                  <a:lnTo>
                    <a:pt x="3907663" y="1574800"/>
                  </a:lnTo>
                  <a:lnTo>
                    <a:pt x="3907663" y="1593977"/>
                  </a:lnTo>
                  <a:lnTo>
                    <a:pt x="3915536" y="1601851"/>
                  </a:lnTo>
                  <a:lnTo>
                    <a:pt x="3934714" y="1601851"/>
                  </a:lnTo>
                  <a:lnTo>
                    <a:pt x="3942588" y="1593977"/>
                  </a:lnTo>
                  <a:lnTo>
                    <a:pt x="3942588" y="1574800"/>
                  </a:lnTo>
                  <a:lnTo>
                    <a:pt x="3934714" y="1567052"/>
                  </a:lnTo>
                  <a:close/>
                </a:path>
                <a:path w="6172200" h="1781175">
                  <a:moveTo>
                    <a:pt x="4341241" y="1561338"/>
                  </a:moveTo>
                  <a:lnTo>
                    <a:pt x="4321936" y="1561338"/>
                  </a:lnTo>
                  <a:lnTo>
                    <a:pt x="4314190" y="1569085"/>
                  </a:lnTo>
                  <a:lnTo>
                    <a:pt x="4314190" y="1588262"/>
                  </a:lnTo>
                  <a:lnTo>
                    <a:pt x="4321936" y="1596009"/>
                  </a:lnTo>
                  <a:lnTo>
                    <a:pt x="4341241" y="1596009"/>
                  </a:lnTo>
                  <a:lnTo>
                    <a:pt x="4348988" y="1588262"/>
                  </a:lnTo>
                  <a:lnTo>
                    <a:pt x="4348988" y="1569085"/>
                  </a:lnTo>
                  <a:lnTo>
                    <a:pt x="4341241" y="1561338"/>
                  </a:lnTo>
                  <a:close/>
                </a:path>
                <a:path w="6172200" h="1781175">
                  <a:moveTo>
                    <a:pt x="4770882" y="1555496"/>
                  </a:moveTo>
                  <a:lnTo>
                    <a:pt x="4751578" y="1555496"/>
                  </a:lnTo>
                  <a:lnTo>
                    <a:pt x="4743831" y="1563242"/>
                  </a:lnTo>
                  <a:lnTo>
                    <a:pt x="4743831" y="1582420"/>
                  </a:lnTo>
                  <a:lnTo>
                    <a:pt x="4751578" y="1590166"/>
                  </a:lnTo>
                  <a:lnTo>
                    <a:pt x="4770882" y="1590166"/>
                  </a:lnTo>
                  <a:lnTo>
                    <a:pt x="4778629" y="1582420"/>
                  </a:lnTo>
                  <a:lnTo>
                    <a:pt x="4778629" y="1563242"/>
                  </a:lnTo>
                  <a:lnTo>
                    <a:pt x="4770882" y="1555496"/>
                  </a:lnTo>
                  <a:close/>
                </a:path>
                <a:path w="6172200" h="1781175">
                  <a:moveTo>
                    <a:pt x="3603752" y="1555496"/>
                  </a:moveTo>
                  <a:lnTo>
                    <a:pt x="3584575" y="1555496"/>
                  </a:lnTo>
                  <a:lnTo>
                    <a:pt x="3576701" y="1563242"/>
                  </a:lnTo>
                  <a:lnTo>
                    <a:pt x="3576701" y="1582420"/>
                  </a:lnTo>
                  <a:lnTo>
                    <a:pt x="3584575" y="1590166"/>
                  </a:lnTo>
                  <a:lnTo>
                    <a:pt x="3603752" y="1590166"/>
                  </a:lnTo>
                  <a:lnTo>
                    <a:pt x="3611626" y="1582420"/>
                  </a:lnTo>
                  <a:lnTo>
                    <a:pt x="3611626" y="1563242"/>
                  </a:lnTo>
                  <a:lnTo>
                    <a:pt x="3603752" y="1555496"/>
                  </a:lnTo>
                  <a:close/>
                </a:path>
                <a:path w="6172200" h="1781175">
                  <a:moveTo>
                    <a:pt x="4207636" y="1543939"/>
                  </a:moveTo>
                  <a:lnTo>
                    <a:pt x="4188459" y="1543939"/>
                  </a:lnTo>
                  <a:lnTo>
                    <a:pt x="4180585" y="1551686"/>
                  </a:lnTo>
                  <a:lnTo>
                    <a:pt x="4180585" y="1570863"/>
                  </a:lnTo>
                  <a:lnTo>
                    <a:pt x="4188459" y="1578610"/>
                  </a:lnTo>
                  <a:lnTo>
                    <a:pt x="4207636" y="1578610"/>
                  </a:lnTo>
                  <a:lnTo>
                    <a:pt x="4215383" y="1570863"/>
                  </a:lnTo>
                  <a:lnTo>
                    <a:pt x="4215383" y="1551686"/>
                  </a:lnTo>
                  <a:lnTo>
                    <a:pt x="4207636" y="1543939"/>
                  </a:lnTo>
                  <a:close/>
                </a:path>
                <a:path w="6172200" h="1781175">
                  <a:moveTo>
                    <a:pt x="4103116" y="1520825"/>
                  </a:moveTo>
                  <a:lnTo>
                    <a:pt x="4083939" y="1520825"/>
                  </a:lnTo>
                  <a:lnTo>
                    <a:pt x="4076065" y="1528572"/>
                  </a:lnTo>
                  <a:lnTo>
                    <a:pt x="4076065" y="1547749"/>
                  </a:lnTo>
                  <a:lnTo>
                    <a:pt x="4083939" y="1555496"/>
                  </a:lnTo>
                  <a:lnTo>
                    <a:pt x="4103116" y="1555496"/>
                  </a:lnTo>
                  <a:lnTo>
                    <a:pt x="4110990" y="1547749"/>
                  </a:lnTo>
                  <a:lnTo>
                    <a:pt x="4110990" y="1528572"/>
                  </a:lnTo>
                  <a:lnTo>
                    <a:pt x="4103116" y="1520825"/>
                  </a:lnTo>
                  <a:close/>
                </a:path>
                <a:path w="6172200" h="1781175">
                  <a:moveTo>
                    <a:pt x="3818635" y="1514983"/>
                  </a:moveTo>
                  <a:lnTo>
                    <a:pt x="3799331" y="1514983"/>
                  </a:lnTo>
                  <a:lnTo>
                    <a:pt x="3791584" y="1522729"/>
                  </a:lnTo>
                  <a:lnTo>
                    <a:pt x="3791584" y="1541907"/>
                  </a:lnTo>
                  <a:lnTo>
                    <a:pt x="3799331" y="1549780"/>
                  </a:lnTo>
                  <a:lnTo>
                    <a:pt x="3818635" y="1549780"/>
                  </a:lnTo>
                  <a:lnTo>
                    <a:pt x="3826382" y="1541907"/>
                  </a:lnTo>
                  <a:lnTo>
                    <a:pt x="3826382" y="1522729"/>
                  </a:lnTo>
                  <a:lnTo>
                    <a:pt x="3818635" y="1514983"/>
                  </a:lnTo>
                  <a:close/>
                </a:path>
                <a:path w="6172200" h="1781175">
                  <a:moveTo>
                    <a:pt x="1031494" y="1509267"/>
                  </a:moveTo>
                  <a:lnTo>
                    <a:pt x="1012316" y="1509267"/>
                  </a:lnTo>
                  <a:lnTo>
                    <a:pt x="1004442" y="1517014"/>
                  </a:lnTo>
                  <a:lnTo>
                    <a:pt x="1004442" y="1536191"/>
                  </a:lnTo>
                  <a:lnTo>
                    <a:pt x="1012316" y="1543939"/>
                  </a:lnTo>
                  <a:lnTo>
                    <a:pt x="1031494" y="1543939"/>
                  </a:lnTo>
                  <a:lnTo>
                    <a:pt x="1039367" y="1536191"/>
                  </a:lnTo>
                  <a:lnTo>
                    <a:pt x="1039367" y="1517014"/>
                  </a:lnTo>
                  <a:lnTo>
                    <a:pt x="1031494" y="1509267"/>
                  </a:lnTo>
                  <a:close/>
                </a:path>
                <a:path w="6172200" h="1781175">
                  <a:moveTo>
                    <a:pt x="1170939" y="1503426"/>
                  </a:moveTo>
                  <a:lnTo>
                    <a:pt x="1151636" y="1503426"/>
                  </a:lnTo>
                  <a:lnTo>
                    <a:pt x="1143889" y="1511173"/>
                  </a:lnTo>
                  <a:lnTo>
                    <a:pt x="1143889" y="1530350"/>
                  </a:lnTo>
                  <a:lnTo>
                    <a:pt x="1151636" y="1538097"/>
                  </a:lnTo>
                  <a:lnTo>
                    <a:pt x="1170939" y="1538097"/>
                  </a:lnTo>
                  <a:lnTo>
                    <a:pt x="1178687" y="1530350"/>
                  </a:lnTo>
                  <a:lnTo>
                    <a:pt x="1178687" y="1511173"/>
                  </a:lnTo>
                  <a:lnTo>
                    <a:pt x="1170939" y="1503426"/>
                  </a:lnTo>
                  <a:close/>
                </a:path>
                <a:path w="6172200" h="1781175">
                  <a:moveTo>
                    <a:pt x="4567682" y="1497584"/>
                  </a:moveTo>
                  <a:lnTo>
                    <a:pt x="4548378" y="1497584"/>
                  </a:lnTo>
                  <a:lnTo>
                    <a:pt x="4540631" y="1505458"/>
                  </a:lnTo>
                  <a:lnTo>
                    <a:pt x="4540631" y="1524635"/>
                  </a:lnTo>
                  <a:lnTo>
                    <a:pt x="4548378" y="1532382"/>
                  </a:lnTo>
                  <a:lnTo>
                    <a:pt x="4567682" y="1532382"/>
                  </a:lnTo>
                  <a:lnTo>
                    <a:pt x="4575429" y="1524635"/>
                  </a:lnTo>
                  <a:lnTo>
                    <a:pt x="4575429" y="1505458"/>
                  </a:lnTo>
                  <a:lnTo>
                    <a:pt x="4567682" y="1497584"/>
                  </a:lnTo>
                  <a:close/>
                </a:path>
                <a:path w="6172200" h="1781175">
                  <a:moveTo>
                    <a:pt x="4434078" y="1497584"/>
                  </a:moveTo>
                  <a:lnTo>
                    <a:pt x="4414901" y="1497584"/>
                  </a:lnTo>
                  <a:lnTo>
                    <a:pt x="4407027" y="1505458"/>
                  </a:lnTo>
                  <a:lnTo>
                    <a:pt x="4407027" y="1524635"/>
                  </a:lnTo>
                  <a:lnTo>
                    <a:pt x="4414901" y="1532382"/>
                  </a:lnTo>
                  <a:lnTo>
                    <a:pt x="4434078" y="1532382"/>
                  </a:lnTo>
                  <a:lnTo>
                    <a:pt x="4441952" y="1524635"/>
                  </a:lnTo>
                  <a:lnTo>
                    <a:pt x="4441952" y="1505458"/>
                  </a:lnTo>
                  <a:lnTo>
                    <a:pt x="4434078" y="1497584"/>
                  </a:lnTo>
                  <a:close/>
                </a:path>
                <a:path w="6172200" h="1781175">
                  <a:moveTo>
                    <a:pt x="1298702" y="1497584"/>
                  </a:moveTo>
                  <a:lnTo>
                    <a:pt x="1279398" y="1497584"/>
                  </a:lnTo>
                  <a:lnTo>
                    <a:pt x="1271651" y="1505458"/>
                  </a:lnTo>
                  <a:lnTo>
                    <a:pt x="1271651" y="1524635"/>
                  </a:lnTo>
                  <a:lnTo>
                    <a:pt x="1279398" y="1532382"/>
                  </a:lnTo>
                  <a:lnTo>
                    <a:pt x="1298702" y="1532382"/>
                  </a:lnTo>
                  <a:lnTo>
                    <a:pt x="1306449" y="1524635"/>
                  </a:lnTo>
                  <a:lnTo>
                    <a:pt x="1306449" y="1505458"/>
                  </a:lnTo>
                  <a:lnTo>
                    <a:pt x="1298702" y="1497584"/>
                  </a:lnTo>
                  <a:close/>
                </a:path>
                <a:path w="6172200" h="1781175">
                  <a:moveTo>
                    <a:pt x="4689602" y="1486027"/>
                  </a:moveTo>
                  <a:lnTo>
                    <a:pt x="4670298" y="1486027"/>
                  </a:lnTo>
                  <a:lnTo>
                    <a:pt x="4662551" y="1493901"/>
                  </a:lnTo>
                  <a:lnTo>
                    <a:pt x="4662551" y="1512951"/>
                  </a:lnTo>
                  <a:lnTo>
                    <a:pt x="4670298" y="1520825"/>
                  </a:lnTo>
                  <a:lnTo>
                    <a:pt x="4689602" y="1520825"/>
                  </a:lnTo>
                  <a:lnTo>
                    <a:pt x="4697349" y="1512951"/>
                  </a:lnTo>
                  <a:lnTo>
                    <a:pt x="4697349" y="1493901"/>
                  </a:lnTo>
                  <a:lnTo>
                    <a:pt x="4689602" y="1486027"/>
                  </a:lnTo>
                  <a:close/>
                </a:path>
                <a:path w="6172200" h="1781175">
                  <a:moveTo>
                    <a:pt x="3685031" y="1480312"/>
                  </a:moveTo>
                  <a:lnTo>
                    <a:pt x="3665854" y="1480312"/>
                  </a:lnTo>
                  <a:lnTo>
                    <a:pt x="3657980" y="1488059"/>
                  </a:lnTo>
                  <a:lnTo>
                    <a:pt x="3657980" y="1507236"/>
                  </a:lnTo>
                  <a:lnTo>
                    <a:pt x="3665854" y="1514983"/>
                  </a:lnTo>
                  <a:lnTo>
                    <a:pt x="3685031" y="1514983"/>
                  </a:lnTo>
                  <a:lnTo>
                    <a:pt x="3692905" y="1507236"/>
                  </a:lnTo>
                  <a:lnTo>
                    <a:pt x="3692905" y="1488059"/>
                  </a:lnTo>
                  <a:lnTo>
                    <a:pt x="3685031" y="1480312"/>
                  </a:lnTo>
                  <a:close/>
                </a:path>
                <a:path w="6172200" h="1781175">
                  <a:moveTo>
                    <a:pt x="3998595" y="1474470"/>
                  </a:moveTo>
                  <a:lnTo>
                    <a:pt x="3979418" y="1474470"/>
                  </a:lnTo>
                  <a:lnTo>
                    <a:pt x="3971544" y="1482216"/>
                  </a:lnTo>
                  <a:lnTo>
                    <a:pt x="3971544" y="1501394"/>
                  </a:lnTo>
                  <a:lnTo>
                    <a:pt x="3979418" y="1509267"/>
                  </a:lnTo>
                  <a:lnTo>
                    <a:pt x="3998595" y="1509267"/>
                  </a:lnTo>
                  <a:lnTo>
                    <a:pt x="4006469" y="1501394"/>
                  </a:lnTo>
                  <a:lnTo>
                    <a:pt x="4006469" y="1482216"/>
                  </a:lnTo>
                  <a:lnTo>
                    <a:pt x="3998595" y="1474470"/>
                  </a:lnTo>
                  <a:close/>
                </a:path>
                <a:path w="6172200" h="1781175">
                  <a:moveTo>
                    <a:pt x="3522472" y="1474470"/>
                  </a:moveTo>
                  <a:lnTo>
                    <a:pt x="3503295" y="1474470"/>
                  </a:lnTo>
                  <a:lnTo>
                    <a:pt x="3495421" y="1482216"/>
                  </a:lnTo>
                  <a:lnTo>
                    <a:pt x="3495421" y="1501394"/>
                  </a:lnTo>
                  <a:lnTo>
                    <a:pt x="3503295" y="1509267"/>
                  </a:lnTo>
                  <a:lnTo>
                    <a:pt x="3522472" y="1509267"/>
                  </a:lnTo>
                  <a:lnTo>
                    <a:pt x="3530346" y="1501394"/>
                  </a:lnTo>
                  <a:lnTo>
                    <a:pt x="3530346" y="1482216"/>
                  </a:lnTo>
                  <a:lnTo>
                    <a:pt x="3522472" y="1474470"/>
                  </a:lnTo>
                  <a:close/>
                </a:path>
                <a:path w="6172200" h="1781175">
                  <a:moveTo>
                    <a:pt x="3423793" y="1474470"/>
                  </a:moveTo>
                  <a:lnTo>
                    <a:pt x="3404489" y="1474470"/>
                  </a:lnTo>
                  <a:lnTo>
                    <a:pt x="3396742" y="1482216"/>
                  </a:lnTo>
                  <a:lnTo>
                    <a:pt x="3396742" y="1501394"/>
                  </a:lnTo>
                  <a:lnTo>
                    <a:pt x="3404489" y="1509267"/>
                  </a:lnTo>
                  <a:lnTo>
                    <a:pt x="3423793" y="1509267"/>
                  </a:lnTo>
                  <a:lnTo>
                    <a:pt x="3431540" y="1501394"/>
                  </a:lnTo>
                  <a:lnTo>
                    <a:pt x="3431540" y="1482216"/>
                  </a:lnTo>
                  <a:lnTo>
                    <a:pt x="3423793" y="1474470"/>
                  </a:lnTo>
                  <a:close/>
                </a:path>
                <a:path w="6172200" h="1781175">
                  <a:moveTo>
                    <a:pt x="1438021" y="1474470"/>
                  </a:moveTo>
                  <a:lnTo>
                    <a:pt x="1418716" y="1474470"/>
                  </a:lnTo>
                  <a:lnTo>
                    <a:pt x="1410970" y="1482216"/>
                  </a:lnTo>
                  <a:lnTo>
                    <a:pt x="1410970" y="1501394"/>
                  </a:lnTo>
                  <a:lnTo>
                    <a:pt x="1418716" y="1509267"/>
                  </a:lnTo>
                  <a:lnTo>
                    <a:pt x="1438021" y="1509267"/>
                  </a:lnTo>
                  <a:lnTo>
                    <a:pt x="1445767" y="1501394"/>
                  </a:lnTo>
                  <a:lnTo>
                    <a:pt x="1445767" y="1482216"/>
                  </a:lnTo>
                  <a:lnTo>
                    <a:pt x="1438021" y="1474470"/>
                  </a:lnTo>
                  <a:close/>
                </a:path>
                <a:path w="6172200" h="1781175">
                  <a:moveTo>
                    <a:pt x="4288917" y="1462913"/>
                  </a:moveTo>
                  <a:lnTo>
                    <a:pt x="4269740" y="1462913"/>
                  </a:lnTo>
                  <a:lnTo>
                    <a:pt x="4261866" y="1470660"/>
                  </a:lnTo>
                  <a:lnTo>
                    <a:pt x="4261866" y="1489837"/>
                  </a:lnTo>
                  <a:lnTo>
                    <a:pt x="4269740" y="1497584"/>
                  </a:lnTo>
                  <a:lnTo>
                    <a:pt x="4288917" y="1497584"/>
                  </a:lnTo>
                  <a:lnTo>
                    <a:pt x="4296791" y="1489837"/>
                  </a:lnTo>
                  <a:lnTo>
                    <a:pt x="4296791" y="1470660"/>
                  </a:lnTo>
                  <a:lnTo>
                    <a:pt x="4288917" y="1462913"/>
                  </a:lnTo>
                  <a:close/>
                </a:path>
                <a:path w="6172200" h="1781175">
                  <a:moveTo>
                    <a:pt x="4823079" y="1451355"/>
                  </a:moveTo>
                  <a:lnTo>
                    <a:pt x="4803902" y="1451355"/>
                  </a:lnTo>
                  <a:lnTo>
                    <a:pt x="4796028" y="1459102"/>
                  </a:lnTo>
                  <a:lnTo>
                    <a:pt x="4796028" y="1478279"/>
                  </a:lnTo>
                  <a:lnTo>
                    <a:pt x="4803902" y="1486027"/>
                  </a:lnTo>
                  <a:lnTo>
                    <a:pt x="4823079" y="1486027"/>
                  </a:lnTo>
                  <a:lnTo>
                    <a:pt x="4830953" y="1478279"/>
                  </a:lnTo>
                  <a:lnTo>
                    <a:pt x="4830953" y="1459102"/>
                  </a:lnTo>
                  <a:lnTo>
                    <a:pt x="4823079" y="1451355"/>
                  </a:lnTo>
                  <a:close/>
                </a:path>
                <a:path w="6172200" h="1781175">
                  <a:moveTo>
                    <a:pt x="938657" y="1451355"/>
                  </a:moveTo>
                  <a:lnTo>
                    <a:pt x="919352" y="1451355"/>
                  </a:lnTo>
                  <a:lnTo>
                    <a:pt x="911605" y="1459102"/>
                  </a:lnTo>
                  <a:lnTo>
                    <a:pt x="911605" y="1478279"/>
                  </a:lnTo>
                  <a:lnTo>
                    <a:pt x="919352" y="1486027"/>
                  </a:lnTo>
                  <a:lnTo>
                    <a:pt x="938657" y="1486027"/>
                  </a:lnTo>
                  <a:lnTo>
                    <a:pt x="946403" y="1478279"/>
                  </a:lnTo>
                  <a:lnTo>
                    <a:pt x="946403" y="1459102"/>
                  </a:lnTo>
                  <a:lnTo>
                    <a:pt x="938657" y="1451355"/>
                  </a:lnTo>
                  <a:close/>
                </a:path>
                <a:path w="6172200" h="1781175">
                  <a:moveTo>
                    <a:pt x="839977" y="1445514"/>
                  </a:moveTo>
                  <a:lnTo>
                    <a:pt x="820674" y="1445514"/>
                  </a:lnTo>
                  <a:lnTo>
                    <a:pt x="812926" y="1453388"/>
                  </a:lnTo>
                  <a:lnTo>
                    <a:pt x="812926" y="1472564"/>
                  </a:lnTo>
                  <a:lnTo>
                    <a:pt x="820674" y="1480312"/>
                  </a:lnTo>
                  <a:lnTo>
                    <a:pt x="839977" y="1480312"/>
                  </a:lnTo>
                  <a:lnTo>
                    <a:pt x="847725" y="1472564"/>
                  </a:lnTo>
                  <a:lnTo>
                    <a:pt x="847725" y="1453388"/>
                  </a:lnTo>
                  <a:lnTo>
                    <a:pt x="839977" y="1445514"/>
                  </a:lnTo>
                  <a:close/>
                </a:path>
                <a:path w="6172200" h="1781175">
                  <a:moveTo>
                    <a:pt x="3888231" y="1428241"/>
                  </a:moveTo>
                  <a:lnTo>
                    <a:pt x="3869054" y="1428241"/>
                  </a:lnTo>
                  <a:lnTo>
                    <a:pt x="3861307" y="1435989"/>
                  </a:lnTo>
                  <a:lnTo>
                    <a:pt x="3861307" y="1455165"/>
                  </a:lnTo>
                  <a:lnTo>
                    <a:pt x="3869054" y="1462913"/>
                  </a:lnTo>
                  <a:lnTo>
                    <a:pt x="3888231" y="1462913"/>
                  </a:lnTo>
                  <a:lnTo>
                    <a:pt x="3896105" y="1455165"/>
                  </a:lnTo>
                  <a:lnTo>
                    <a:pt x="3896105" y="1435989"/>
                  </a:lnTo>
                  <a:lnTo>
                    <a:pt x="3888231" y="1428241"/>
                  </a:lnTo>
                  <a:close/>
                </a:path>
                <a:path w="6172200" h="1781175">
                  <a:moveTo>
                    <a:pt x="3307715" y="1428241"/>
                  </a:moveTo>
                  <a:lnTo>
                    <a:pt x="3288410" y="1428241"/>
                  </a:lnTo>
                  <a:lnTo>
                    <a:pt x="3280664" y="1435989"/>
                  </a:lnTo>
                  <a:lnTo>
                    <a:pt x="3280664" y="1455165"/>
                  </a:lnTo>
                  <a:lnTo>
                    <a:pt x="3288410" y="1462913"/>
                  </a:lnTo>
                  <a:lnTo>
                    <a:pt x="3307715" y="1462913"/>
                  </a:lnTo>
                  <a:lnTo>
                    <a:pt x="3315461" y="1455165"/>
                  </a:lnTo>
                  <a:lnTo>
                    <a:pt x="3315461" y="1435989"/>
                  </a:lnTo>
                  <a:lnTo>
                    <a:pt x="3307715" y="1428241"/>
                  </a:lnTo>
                  <a:close/>
                </a:path>
                <a:path w="6172200" h="1781175">
                  <a:moveTo>
                    <a:pt x="1542541" y="1422400"/>
                  </a:moveTo>
                  <a:lnTo>
                    <a:pt x="1523238" y="1422400"/>
                  </a:lnTo>
                  <a:lnTo>
                    <a:pt x="1515490" y="1430147"/>
                  </a:lnTo>
                  <a:lnTo>
                    <a:pt x="1515490" y="1449324"/>
                  </a:lnTo>
                  <a:lnTo>
                    <a:pt x="1523238" y="1457198"/>
                  </a:lnTo>
                  <a:lnTo>
                    <a:pt x="1542541" y="1457198"/>
                  </a:lnTo>
                  <a:lnTo>
                    <a:pt x="1550289" y="1449324"/>
                  </a:lnTo>
                  <a:lnTo>
                    <a:pt x="1550289" y="1430147"/>
                  </a:lnTo>
                  <a:lnTo>
                    <a:pt x="1542541" y="1422400"/>
                  </a:lnTo>
                  <a:close/>
                </a:path>
                <a:path w="6172200" h="1781175">
                  <a:moveTo>
                    <a:pt x="4137914" y="1410842"/>
                  </a:moveTo>
                  <a:lnTo>
                    <a:pt x="4118736" y="1410842"/>
                  </a:lnTo>
                  <a:lnTo>
                    <a:pt x="4110990" y="1418589"/>
                  </a:lnTo>
                  <a:lnTo>
                    <a:pt x="4110990" y="1437766"/>
                  </a:lnTo>
                  <a:lnTo>
                    <a:pt x="4118736" y="1445514"/>
                  </a:lnTo>
                  <a:lnTo>
                    <a:pt x="4137914" y="1445514"/>
                  </a:lnTo>
                  <a:lnTo>
                    <a:pt x="4145788" y="1437766"/>
                  </a:lnTo>
                  <a:lnTo>
                    <a:pt x="4145788" y="1418589"/>
                  </a:lnTo>
                  <a:lnTo>
                    <a:pt x="4137914" y="1410842"/>
                  </a:lnTo>
                  <a:close/>
                </a:path>
                <a:path w="6172200" h="1781175">
                  <a:moveTo>
                    <a:pt x="1077976" y="1410842"/>
                  </a:moveTo>
                  <a:lnTo>
                    <a:pt x="1058799" y="1410842"/>
                  </a:lnTo>
                  <a:lnTo>
                    <a:pt x="1050925" y="1418589"/>
                  </a:lnTo>
                  <a:lnTo>
                    <a:pt x="1050925" y="1437766"/>
                  </a:lnTo>
                  <a:lnTo>
                    <a:pt x="1058799" y="1445514"/>
                  </a:lnTo>
                  <a:lnTo>
                    <a:pt x="1077976" y="1445514"/>
                  </a:lnTo>
                  <a:lnTo>
                    <a:pt x="1085850" y="1437766"/>
                  </a:lnTo>
                  <a:lnTo>
                    <a:pt x="1085850" y="1418589"/>
                  </a:lnTo>
                  <a:lnTo>
                    <a:pt x="1077976" y="1410842"/>
                  </a:lnTo>
                  <a:close/>
                </a:path>
                <a:path w="6172200" h="1781175">
                  <a:moveTo>
                    <a:pt x="4457319" y="1399286"/>
                  </a:moveTo>
                  <a:lnTo>
                    <a:pt x="4438015" y="1399286"/>
                  </a:lnTo>
                  <a:lnTo>
                    <a:pt x="4430268" y="1407033"/>
                  </a:lnTo>
                  <a:lnTo>
                    <a:pt x="4430268" y="1426210"/>
                  </a:lnTo>
                  <a:lnTo>
                    <a:pt x="4438015" y="1433957"/>
                  </a:lnTo>
                  <a:lnTo>
                    <a:pt x="4457319" y="1433957"/>
                  </a:lnTo>
                  <a:lnTo>
                    <a:pt x="4465066" y="1426210"/>
                  </a:lnTo>
                  <a:lnTo>
                    <a:pt x="4465066" y="1407033"/>
                  </a:lnTo>
                  <a:lnTo>
                    <a:pt x="4457319" y="1399286"/>
                  </a:lnTo>
                  <a:close/>
                </a:path>
                <a:path w="6172200" h="1781175">
                  <a:moveTo>
                    <a:pt x="3754754" y="1399286"/>
                  </a:moveTo>
                  <a:lnTo>
                    <a:pt x="3735451" y="1399286"/>
                  </a:lnTo>
                  <a:lnTo>
                    <a:pt x="3727704" y="1407033"/>
                  </a:lnTo>
                  <a:lnTo>
                    <a:pt x="3727704" y="1426210"/>
                  </a:lnTo>
                  <a:lnTo>
                    <a:pt x="3735451" y="1433957"/>
                  </a:lnTo>
                  <a:lnTo>
                    <a:pt x="3754754" y="1433957"/>
                  </a:lnTo>
                  <a:lnTo>
                    <a:pt x="3762502" y="1426210"/>
                  </a:lnTo>
                  <a:lnTo>
                    <a:pt x="3762502" y="1407033"/>
                  </a:lnTo>
                  <a:lnTo>
                    <a:pt x="3754754" y="1399286"/>
                  </a:lnTo>
                  <a:close/>
                </a:path>
                <a:path w="6172200" h="1781175">
                  <a:moveTo>
                    <a:pt x="1658620" y="1399286"/>
                  </a:moveTo>
                  <a:lnTo>
                    <a:pt x="1639442" y="1399286"/>
                  </a:lnTo>
                  <a:lnTo>
                    <a:pt x="1631569" y="1407033"/>
                  </a:lnTo>
                  <a:lnTo>
                    <a:pt x="1631569" y="1426210"/>
                  </a:lnTo>
                  <a:lnTo>
                    <a:pt x="1639442" y="1433957"/>
                  </a:lnTo>
                  <a:lnTo>
                    <a:pt x="1658620" y="1433957"/>
                  </a:lnTo>
                  <a:lnTo>
                    <a:pt x="1666494" y="1426210"/>
                  </a:lnTo>
                  <a:lnTo>
                    <a:pt x="1666494" y="1407033"/>
                  </a:lnTo>
                  <a:lnTo>
                    <a:pt x="1658620" y="1399286"/>
                  </a:lnTo>
                  <a:close/>
                </a:path>
                <a:path w="6172200" h="1781175">
                  <a:moveTo>
                    <a:pt x="1374139" y="1399286"/>
                  </a:moveTo>
                  <a:lnTo>
                    <a:pt x="1354836" y="1399286"/>
                  </a:lnTo>
                  <a:lnTo>
                    <a:pt x="1347089" y="1407033"/>
                  </a:lnTo>
                  <a:lnTo>
                    <a:pt x="1347089" y="1426210"/>
                  </a:lnTo>
                  <a:lnTo>
                    <a:pt x="1354836" y="1433957"/>
                  </a:lnTo>
                  <a:lnTo>
                    <a:pt x="1374139" y="1433957"/>
                  </a:lnTo>
                  <a:lnTo>
                    <a:pt x="1381887" y="1426210"/>
                  </a:lnTo>
                  <a:lnTo>
                    <a:pt x="1381887" y="1407033"/>
                  </a:lnTo>
                  <a:lnTo>
                    <a:pt x="1374139" y="1399286"/>
                  </a:lnTo>
                  <a:close/>
                </a:path>
                <a:path w="6172200" h="1781175">
                  <a:moveTo>
                    <a:pt x="1217295" y="1399286"/>
                  </a:moveTo>
                  <a:lnTo>
                    <a:pt x="1198117" y="1399286"/>
                  </a:lnTo>
                  <a:lnTo>
                    <a:pt x="1190371" y="1407033"/>
                  </a:lnTo>
                  <a:lnTo>
                    <a:pt x="1190371" y="1426210"/>
                  </a:lnTo>
                  <a:lnTo>
                    <a:pt x="1198117" y="1433957"/>
                  </a:lnTo>
                  <a:lnTo>
                    <a:pt x="1217295" y="1433957"/>
                  </a:lnTo>
                  <a:lnTo>
                    <a:pt x="1225169" y="1426210"/>
                  </a:lnTo>
                  <a:lnTo>
                    <a:pt x="1225169" y="1407033"/>
                  </a:lnTo>
                  <a:lnTo>
                    <a:pt x="1217295" y="1399286"/>
                  </a:lnTo>
                  <a:close/>
                </a:path>
                <a:path w="6172200" h="1781175">
                  <a:moveTo>
                    <a:pt x="4614036" y="1393444"/>
                  </a:moveTo>
                  <a:lnTo>
                    <a:pt x="4594859" y="1393444"/>
                  </a:lnTo>
                  <a:lnTo>
                    <a:pt x="4587113" y="1401317"/>
                  </a:lnTo>
                  <a:lnTo>
                    <a:pt x="4587113" y="1420495"/>
                  </a:lnTo>
                  <a:lnTo>
                    <a:pt x="4594859" y="1428241"/>
                  </a:lnTo>
                  <a:lnTo>
                    <a:pt x="4614036" y="1428241"/>
                  </a:lnTo>
                  <a:lnTo>
                    <a:pt x="4621910" y="1420495"/>
                  </a:lnTo>
                  <a:lnTo>
                    <a:pt x="4621910" y="1401317"/>
                  </a:lnTo>
                  <a:lnTo>
                    <a:pt x="4614036" y="1393444"/>
                  </a:lnTo>
                  <a:close/>
                </a:path>
                <a:path w="6172200" h="1781175">
                  <a:moveTo>
                    <a:pt x="747013" y="1393444"/>
                  </a:moveTo>
                  <a:lnTo>
                    <a:pt x="727837" y="1393444"/>
                  </a:lnTo>
                  <a:lnTo>
                    <a:pt x="719963" y="1401317"/>
                  </a:lnTo>
                  <a:lnTo>
                    <a:pt x="719963" y="1420495"/>
                  </a:lnTo>
                  <a:lnTo>
                    <a:pt x="727837" y="1428241"/>
                  </a:lnTo>
                  <a:lnTo>
                    <a:pt x="747013" y="1428241"/>
                  </a:lnTo>
                  <a:lnTo>
                    <a:pt x="754888" y="1420495"/>
                  </a:lnTo>
                  <a:lnTo>
                    <a:pt x="754888" y="1401317"/>
                  </a:lnTo>
                  <a:lnTo>
                    <a:pt x="747013" y="1393444"/>
                  </a:lnTo>
                  <a:close/>
                </a:path>
                <a:path w="6172200" h="1781175">
                  <a:moveTo>
                    <a:pt x="3615435" y="1381887"/>
                  </a:moveTo>
                  <a:lnTo>
                    <a:pt x="3596131" y="1381887"/>
                  </a:lnTo>
                  <a:lnTo>
                    <a:pt x="3588384" y="1389634"/>
                  </a:lnTo>
                  <a:lnTo>
                    <a:pt x="3588384" y="1408811"/>
                  </a:lnTo>
                  <a:lnTo>
                    <a:pt x="3596131" y="1416685"/>
                  </a:lnTo>
                  <a:lnTo>
                    <a:pt x="3615435" y="1416685"/>
                  </a:lnTo>
                  <a:lnTo>
                    <a:pt x="3623182" y="1408811"/>
                  </a:lnTo>
                  <a:lnTo>
                    <a:pt x="3623182" y="1389634"/>
                  </a:lnTo>
                  <a:lnTo>
                    <a:pt x="3615435" y="1381887"/>
                  </a:lnTo>
                  <a:close/>
                </a:path>
                <a:path w="6172200" h="1781175">
                  <a:moveTo>
                    <a:pt x="3203194" y="1370329"/>
                  </a:moveTo>
                  <a:lnTo>
                    <a:pt x="3183890" y="1370329"/>
                  </a:lnTo>
                  <a:lnTo>
                    <a:pt x="3176143" y="1378077"/>
                  </a:lnTo>
                  <a:lnTo>
                    <a:pt x="3176143" y="1397253"/>
                  </a:lnTo>
                  <a:lnTo>
                    <a:pt x="3183890" y="1405001"/>
                  </a:lnTo>
                  <a:lnTo>
                    <a:pt x="3203194" y="1405001"/>
                  </a:lnTo>
                  <a:lnTo>
                    <a:pt x="3210941" y="1397253"/>
                  </a:lnTo>
                  <a:lnTo>
                    <a:pt x="3210941" y="1378077"/>
                  </a:lnTo>
                  <a:lnTo>
                    <a:pt x="3203194" y="1370329"/>
                  </a:lnTo>
                  <a:close/>
                </a:path>
                <a:path w="6172200" h="1781175">
                  <a:moveTo>
                    <a:pt x="4736083" y="1364614"/>
                  </a:moveTo>
                  <a:lnTo>
                    <a:pt x="4716780" y="1364614"/>
                  </a:lnTo>
                  <a:lnTo>
                    <a:pt x="4709033" y="1372362"/>
                  </a:lnTo>
                  <a:lnTo>
                    <a:pt x="4709033" y="1391539"/>
                  </a:lnTo>
                  <a:lnTo>
                    <a:pt x="4716780" y="1399286"/>
                  </a:lnTo>
                  <a:lnTo>
                    <a:pt x="4736083" y="1399286"/>
                  </a:lnTo>
                  <a:lnTo>
                    <a:pt x="4743831" y="1391539"/>
                  </a:lnTo>
                  <a:lnTo>
                    <a:pt x="4743831" y="1372362"/>
                  </a:lnTo>
                  <a:lnTo>
                    <a:pt x="4736083" y="1364614"/>
                  </a:lnTo>
                  <a:close/>
                </a:path>
                <a:path w="6172200" h="1781175">
                  <a:moveTo>
                    <a:pt x="3435350" y="1358773"/>
                  </a:moveTo>
                  <a:lnTo>
                    <a:pt x="3416173" y="1358773"/>
                  </a:lnTo>
                  <a:lnTo>
                    <a:pt x="3408299" y="1366520"/>
                  </a:lnTo>
                  <a:lnTo>
                    <a:pt x="3408299" y="1385697"/>
                  </a:lnTo>
                  <a:lnTo>
                    <a:pt x="3416173" y="1393444"/>
                  </a:lnTo>
                  <a:lnTo>
                    <a:pt x="3435350" y="1393444"/>
                  </a:lnTo>
                  <a:lnTo>
                    <a:pt x="3443224" y="1385697"/>
                  </a:lnTo>
                  <a:lnTo>
                    <a:pt x="3443224" y="1366520"/>
                  </a:lnTo>
                  <a:lnTo>
                    <a:pt x="3435350" y="1358773"/>
                  </a:lnTo>
                  <a:close/>
                </a:path>
                <a:path w="6172200" h="1781175">
                  <a:moveTo>
                    <a:pt x="4346956" y="1352930"/>
                  </a:moveTo>
                  <a:lnTo>
                    <a:pt x="4327779" y="1352930"/>
                  </a:lnTo>
                  <a:lnTo>
                    <a:pt x="4319905" y="1360804"/>
                  </a:lnTo>
                  <a:lnTo>
                    <a:pt x="4319905" y="1379982"/>
                  </a:lnTo>
                  <a:lnTo>
                    <a:pt x="4327779" y="1387728"/>
                  </a:lnTo>
                  <a:lnTo>
                    <a:pt x="4346956" y="1387728"/>
                  </a:lnTo>
                  <a:lnTo>
                    <a:pt x="4354830" y="1379982"/>
                  </a:lnTo>
                  <a:lnTo>
                    <a:pt x="4354830" y="1360804"/>
                  </a:lnTo>
                  <a:lnTo>
                    <a:pt x="4346956" y="1352930"/>
                  </a:lnTo>
                  <a:close/>
                </a:path>
                <a:path w="6172200" h="1781175">
                  <a:moveTo>
                    <a:pt x="4869560" y="1347215"/>
                  </a:moveTo>
                  <a:lnTo>
                    <a:pt x="4850383" y="1347215"/>
                  </a:lnTo>
                  <a:lnTo>
                    <a:pt x="4842509" y="1354963"/>
                  </a:lnTo>
                  <a:lnTo>
                    <a:pt x="4842509" y="1374139"/>
                  </a:lnTo>
                  <a:lnTo>
                    <a:pt x="4850383" y="1381887"/>
                  </a:lnTo>
                  <a:lnTo>
                    <a:pt x="4869560" y="1381887"/>
                  </a:lnTo>
                  <a:lnTo>
                    <a:pt x="4877434" y="1374139"/>
                  </a:lnTo>
                  <a:lnTo>
                    <a:pt x="4877434" y="1354963"/>
                  </a:lnTo>
                  <a:lnTo>
                    <a:pt x="4869560" y="1347215"/>
                  </a:lnTo>
                  <a:close/>
                </a:path>
                <a:path w="6172200" h="1781175">
                  <a:moveTo>
                    <a:pt x="4230878" y="1347215"/>
                  </a:moveTo>
                  <a:lnTo>
                    <a:pt x="4211574" y="1347215"/>
                  </a:lnTo>
                  <a:lnTo>
                    <a:pt x="4203827" y="1354963"/>
                  </a:lnTo>
                  <a:lnTo>
                    <a:pt x="4203827" y="1374139"/>
                  </a:lnTo>
                  <a:lnTo>
                    <a:pt x="4211574" y="1381887"/>
                  </a:lnTo>
                  <a:lnTo>
                    <a:pt x="4230878" y="1381887"/>
                  </a:lnTo>
                  <a:lnTo>
                    <a:pt x="4238625" y="1374139"/>
                  </a:lnTo>
                  <a:lnTo>
                    <a:pt x="4238625" y="1354963"/>
                  </a:lnTo>
                  <a:lnTo>
                    <a:pt x="4230878" y="1347215"/>
                  </a:lnTo>
                  <a:close/>
                </a:path>
                <a:path w="6172200" h="1781175">
                  <a:moveTo>
                    <a:pt x="4033393" y="1347215"/>
                  </a:moveTo>
                  <a:lnTo>
                    <a:pt x="4014216" y="1347215"/>
                  </a:lnTo>
                  <a:lnTo>
                    <a:pt x="4006469" y="1354963"/>
                  </a:lnTo>
                  <a:lnTo>
                    <a:pt x="4006469" y="1374139"/>
                  </a:lnTo>
                  <a:lnTo>
                    <a:pt x="4014216" y="1381887"/>
                  </a:lnTo>
                  <a:lnTo>
                    <a:pt x="4033393" y="1381887"/>
                  </a:lnTo>
                  <a:lnTo>
                    <a:pt x="4041267" y="1374139"/>
                  </a:lnTo>
                  <a:lnTo>
                    <a:pt x="4041267" y="1354963"/>
                  </a:lnTo>
                  <a:lnTo>
                    <a:pt x="4033393" y="1347215"/>
                  </a:lnTo>
                  <a:close/>
                </a:path>
                <a:path w="6172200" h="1781175">
                  <a:moveTo>
                    <a:pt x="659891" y="1347215"/>
                  </a:moveTo>
                  <a:lnTo>
                    <a:pt x="640714" y="1347215"/>
                  </a:lnTo>
                  <a:lnTo>
                    <a:pt x="632840" y="1354963"/>
                  </a:lnTo>
                  <a:lnTo>
                    <a:pt x="632840" y="1374139"/>
                  </a:lnTo>
                  <a:lnTo>
                    <a:pt x="640714" y="1381887"/>
                  </a:lnTo>
                  <a:lnTo>
                    <a:pt x="659891" y="1381887"/>
                  </a:lnTo>
                  <a:lnTo>
                    <a:pt x="667765" y="1374139"/>
                  </a:lnTo>
                  <a:lnTo>
                    <a:pt x="667765" y="1354963"/>
                  </a:lnTo>
                  <a:lnTo>
                    <a:pt x="659891" y="1347215"/>
                  </a:lnTo>
                  <a:close/>
                </a:path>
                <a:path w="6172200" h="1781175">
                  <a:moveTo>
                    <a:pt x="3092830" y="1341374"/>
                  </a:moveTo>
                  <a:lnTo>
                    <a:pt x="3073527" y="1341374"/>
                  </a:lnTo>
                  <a:lnTo>
                    <a:pt x="3065779" y="1349121"/>
                  </a:lnTo>
                  <a:lnTo>
                    <a:pt x="3065779" y="1368298"/>
                  </a:lnTo>
                  <a:lnTo>
                    <a:pt x="3073527" y="1376172"/>
                  </a:lnTo>
                  <a:lnTo>
                    <a:pt x="3092830" y="1376172"/>
                  </a:lnTo>
                  <a:lnTo>
                    <a:pt x="3100578" y="1368298"/>
                  </a:lnTo>
                  <a:lnTo>
                    <a:pt x="3100578" y="1349121"/>
                  </a:lnTo>
                  <a:lnTo>
                    <a:pt x="3092830" y="1341374"/>
                  </a:lnTo>
                  <a:close/>
                </a:path>
                <a:path w="6172200" h="1781175">
                  <a:moveTo>
                    <a:pt x="1763140" y="1341374"/>
                  </a:moveTo>
                  <a:lnTo>
                    <a:pt x="1743964" y="1341374"/>
                  </a:lnTo>
                  <a:lnTo>
                    <a:pt x="1736089" y="1349121"/>
                  </a:lnTo>
                  <a:lnTo>
                    <a:pt x="1736089" y="1368298"/>
                  </a:lnTo>
                  <a:lnTo>
                    <a:pt x="1743964" y="1376172"/>
                  </a:lnTo>
                  <a:lnTo>
                    <a:pt x="1763140" y="1376172"/>
                  </a:lnTo>
                  <a:lnTo>
                    <a:pt x="1770888" y="1368298"/>
                  </a:lnTo>
                  <a:lnTo>
                    <a:pt x="1770888" y="1349121"/>
                  </a:lnTo>
                  <a:lnTo>
                    <a:pt x="1763140" y="1341374"/>
                  </a:lnTo>
                  <a:close/>
                </a:path>
                <a:path w="6172200" h="1781175">
                  <a:moveTo>
                    <a:pt x="944499" y="1335659"/>
                  </a:moveTo>
                  <a:lnTo>
                    <a:pt x="925195" y="1335659"/>
                  </a:lnTo>
                  <a:lnTo>
                    <a:pt x="917448" y="1343405"/>
                  </a:lnTo>
                  <a:lnTo>
                    <a:pt x="917448" y="1362583"/>
                  </a:lnTo>
                  <a:lnTo>
                    <a:pt x="925195" y="1370329"/>
                  </a:lnTo>
                  <a:lnTo>
                    <a:pt x="944499" y="1370329"/>
                  </a:lnTo>
                  <a:lnTo>
                    <a:pt x="952246" y="1362583"/>
                  </a:lnTo>
                  <a:lnTo>
                    <a:pt x="952246" y="1343405"/>
                  </a:lnTo>
                  <a:lnTo>
                    <a:pt x="944499" y="1335659"/>
                  </a:lnTo>
                  <a:close/>
                </a:path>
                <a:path w="6172200" h="1781175">
                  <a:moveTo>
                    <a:pt x="3923156" y="1324102"/>
                  </a:moveTo>
                  <a:lnTo>
                    <a:pt x="3903853" y="1324102"/>
                  </a:lnTo>
                  <a:lnTo>
                    <a:pt x="3896105" y="1331849"/>
                  </a:lnTo>
                  <a:lnTo>
                    <a:pt x="3896105" y="1351026"/>
                  </a:lnTo>
                  <a:lnTo>
                    <a:pt x="3903853" y="1358773"/>
                  </a:lnTo>
                  <a:lnTo>
                    <a:pt x="3923156" y="1358773"/>
                  </a:lnTo>
                  <a:lnTo>
                    <a:pt x="3930904" y="1351026"/>
                  </a:lnTo>
                  <a:lnTo>
                    <a:pt x="3930904" y="1331849"/>
                  </a:lnTo>
                  <a:lnTo>
                    <a:pt x="3923156" y="1324102"/>
                  </a:lnTo>
                  <a:close/>
                </a:path>
                <a:path w="6172200" h="1781175">
                  <a:moveTo>
                    <a:pt x="4527042" y="1318260"/>
                  </a:moveTo>
                  <a:lnTo>
                    <a:pt x="4507738" y="1318260"/>
                  </a:lnTo>
                  <a:lnTo>
                    <a:pt x="4499991" y="1326007"/>
                  </a:lnTo>
                  <a:lnTo>
                    <a:pt x="4499991" y="1345184"/>
                  </a:lnTo>
                  <a:lnTo>
                    <a:pt x="4507738" y="1352930"/>
                  </a:lnTo>
                  <a:lnTo>
                    <a:pt x="4527042" y="1352930"/>
                  </a:lnTo>
                  <a:lnTo>
                    <a:pt x="4534789" y="1345184"/>
                  </a:lnTo>
                  <a:lnTo>
                    <a:pt x="4534789" y="1326007"/>
                  </a:lnTo>
                  <a:lnTo>
                    <a:pt x="4527042" y="1318260"/>
                  </a:lnTo>
                  <a:close/>
                </a:path>
                <a:path w="6172200" h="1781175">
                  <a:moveTo>
                    <a:pt x="1484502" y="1318260"/>
                  </a:moveTo>
                  <a:lnTo>
                    <a:pt x="1465199" y="1318260"/>
                  </a:lnTo>
                  <a:lnTo>
                    <a:pt x="1457452" y="1326007"/>
                  </a:lnTo>
                  <a:lnTo>
                    <a:pt x="1457452" y="1345184"/>
                  </a:lnTo>
                  <a:lnTo>
                    <a:pt x="1465199" y="1352930"/>
                  </a:lnTo>
                  <a:lnTo>
                    <a:pt x="1484502" y="1352930"/>
                  </a:lnTo>
                  <a:lnTo>
                    <a:pt x="1492250" y="1345184"/>
                  </a:lnTo>
                  <a:lnTo>
                    <a:pt x="1492250" y="1326007"/>
                  </a:lnTo>
                  <a:lnTo>
                    <a:pt x="1484502" y="1318260"/>
                  </a:lnTo>
                  <a:close/>
                </a:path>
                <a:path w="6172200" h="1781175">
                  <a:moveTo>
                    <a:pt x="1333500" y="1318260"/>
                  </a:moveTo>
                  <a:lnTo>
                    <a:pt x="1314196" y="1318260"/>
                  </a:lnTo>
                  <a:lnTo>
                    <a:pt x="1306449" y="1326007"/>
                  </a:lnTo>
                  <a:lnTo>
                    <a:pt x="1306449" y="1345184"/>
                  </a:lnTo>
                  <a:lnTo>
                    <a:pt x="1314196" y="1352930"/>
                  </a:lnTo>
                  <a:lnTo>
                    <a:pt x="1333500" y="1352930"/>
                  </a:lnTo>
                  <a:lnTo>
                    <a:pt x="1341247" y="1345184"/>
                  </a:lnTo>
                  <a:lnTo>
                    <a:pt x="1341247" y="1326007"/>
                  </a:lnTo>
                  <a:lnTo>
                    <a:pt x="1333500" y="1318260"/>
                  </a:lnTo>
                  <a:close/>
                </a:path>
                <a:path w="6172200" h="1781175">
                  <a:moveTo>
                    <a:pt x="3313429" y="1312417"/>
                  </a:moveTo>
                  <a:lnTo>
                    <a:pt x="3294253" y="1312417"/>
                  </a:lnTo>
                  <a:lnTo>
                    <a:pt x="3286379" y="1320291"/>
                  </a:lnTo>
                  <a:lnTo>
                    <a:pt x="3286379" y="1339469"/>
                  </a:lnTo>
                  <a:lnTo>
                    <a:pt x="3294253" y="1347215"/>
                  </a:lnTo>
                  <a:lnTo>
                    <a:pt x="3313429" y="1347215"/>
                  </a:lnTo>
                  <a:lnTo>
                    <a:pt x="3321304" y="1339469"/>
                  </a:lnTo>
                  <a:lnTo>
                    <a:pt x="3321304" y="1320291"/>
                  </a:lnTo>
                  <a:lnTo>
                    <a:pt x="3313429" y="1312417"/>
                  </a:lnTo>
                  <a:close/>
                </a:path>
                <a:path w="6172200" h="1781175">
                  <a:moveTo>
                    <a:pt x="1118615" y="1312417"/>
                  </a:moveTo>
                  <a:lnTo>
                    <a:pt x="1099439" y="1312417"/>
                  </a:lnTo>
                  <a:lnTo>
                    <a:pt x="1091564" y="1320291"/>
                  </a:lnTo>
                  <a:lnTo>
                    <a:pt x="1091564" y="1339469"/>
                  </a:lnTo>
                  <a:lnTo>
                    <a:pt x="1099439" y="1347215"/>
                  </a:lnTo>
                  <a:lnTo>
                    <a:pt x="1118615" y="1347215"/>
                  </a:lnTo>
                  <a:lnTo>
                    <a:pt x="1126489" y="1339469"/>
                  </a:lnTo>
                  <a:lnTo>
                    <a:pt x="1126489" y="1320291"/>
                  </a:lnTo>
                  <a:lnTo>
                    <a:pt x="1118615" y="1312417"/>
                  </a:lnTo>
                  <a:close/>
                </a:path>
                <a:path w="6172200" h="1781175">
                  <a:moveTo>
                    <a:pt x="3534155" y="1306702"/>
                  </a:moveTo>
                  <a:lnTo>
                    <a:pt x="3514852" y="1306702"/>
                  </a:lnTo>
                  <a:lnTo>
                    <a:pt x="3507104" y="1314450"/>
                  </a:lnTo>
                  <a:lnTo>
                    <a:pt x="3507104" y="1333627"/>
                  </a:lnTo>
                  <a:lnTo>
                    <a:pt x="3514852" y="1341374"/>
                  </a:lnTo>
                  <a:lnTo>
                    <a:pt x="3534155" y="1341374"/>
                  </a:lnTo>
                  <a:lnTo>
                    <a:pt x="3541903" y="1333627"/>
                  </a:lnTo>
                  <a:lnTo>
                    <a:pt x="3541903" y="1314450"/>
                  </a:lnTo>
                  <a:lnTo>
                    <a:pt x="3534155" y="1306702"/>
                  </a:lnTo>
                  <a:close/>
                </a:path>
                <a:path w="6172200" h="1781175">
                  <a:moveTo>
                    <a:pt x="1890902" y="1306702"/>
                  </a:moveTo>
                  <a:lnTo>
                    <a:pt x="1871599" y="1306702"/>
                  </a:lnTo>
                  <a:lnTo>
                    <a:pt x="1863852" y="1314450"/>
                  </a:lnTo>
                  <a:lnTo>
                    <a:pt x="1863852" y="1333627"/>
                  </a:lnTo>
                  <a:lnTo>
                    <a:pt x="1871599" y="1341374"/>
                  </a:lnTo>
                  <a:lnTo>
                    <a:pt x="1890902" y="1341374"/>
                  </a:lnTo>
                  <a:lnTo>
                    <a:pt x="1898650" y="1333627"/>
                  </a:lnTo>
                  <a:lnTo>
                    <a:pt x="1898650" y="1314450"/>
                  </a:lnTo>
                  <a:lnTo>
                    <a:pt x="1890902" y="1306702"/>
                  </a:lnTo>
                  <a:close/>
                </a:path>
                <a:path w="6172200" h="1781175">
                  <a:moveTo>
                    <a:pt x="1612138" y="1300861"/>
                  </a:moveTo>
                  <a:lnTo>
                    <a:pt x="1592961" y="1300861"/>
                  </a:lnTo>
                  <a:lnTo>
                    <a:pt x="1585087" y="1308735"/>
                  </a:lnTo>
                  <a:lnTo>
                    <a:pt x="1585087" y="1327912"/>
                  </a:lnTo>
                  <a:lnTo>
                    <a:pt x="1592961" y="1335659"/>
                  </a:lnTo>
                  <a:lnTo>
                    <a:pt x="1612138" y="1335659"/>
                  </a:lnTo>
                  <a:lnTo>
                    <a:pt x="1620012" y="1327912"/>
                  </a:lnTo>
                  <a:lnTo>
                    <a:pt x="1620012" y="1308735"/>
                  </a:lnTo>
                  <a:lnTo>
                    <a:pt x="1612138" y="1300861"/>
                  </a:lnTo>
                  <a:close/>
                </a:path>
                <a:path w="6172200" h="1781175">
                  <a:moveTo>
                    <a:pt x="3806952" y="1295146"/>
                  </a:moveTo>
                  <a:lnTo>
                    <a:pt x="3787775" y="1295146"/>
                  </a:lnTo>
                  <a:lnTo>
                    <a:pt x="3779901" y="1302892"/>
                  </a:lnTo>
                  <a:lnTo>
                    <a:pt x="3779901" y="1322070"/>
                  </a:lnTo>
                  <a:lnTo>
                    <a:pt x="3787775" y="1329816"/>
                  </a:lnTo>
                  <a:lnTo>
                    <a:pt x="3806952" y="1329816"/>
                  </a:lnTo>
                  <a:lnTo>
                    <a:pt x="3814826" y="1322070"/>
                  </a:lnTo>
                  <a:lnTo>
                    <a:pt x="3814826" y="1302892"/>
                  </a:lnTo>
                  <a:lnTo>
                    <a:pt x="3806952" y="1295146"/>
                  </a:lnTo>
                  <a:close/>
                </a:path>
                <a:path w="6172200" h="1781175">
                  <a:moveTo>
                    <a:pt x="2994152" y="1295146"/>
                  </a:moveTo>
                  <a:lnTo>
                    <a:pt x="2974848" y="1295146"/>
                  </a:lnTo>
                  <a:lnTo>
                    <a:pt x="2967101" y="1302892"/>
                  </a:lnTo>
                  <a:lnTo>
                    <a:pt x="2967101" y="1322070"/>
                  </a:lnTo>
                  <a:lnTo>
                    <a:pt x="2974848" y="1329816"/>
                  </a:lnTo>
                  <a:lnTo>
                    <a:pt x="2994152" y="1329816"/>
                  </a:lnTo>
                  <a:lnTo>
                    <a:pt x="3001899" y="1322070"/>
                  </a:lnTo>
                  <a:lnTo>
                    <a:pt x="3001899" y="1302892"/>
                  </a:lnTo>
                  <a:lnTo>
                    <a:pt x="2994152" y="1295146"/>
                  </a:lnTo>
                  <a:close/>
                </a:path>
                <a:path w="6172200" h="1781175">
                  <a:moveTo>
                    <a:pt x="834136" y="1295146"/>
                  </a:moveTo>
                  <a:lnTo>
                    <a:pt x="814832" y="1295146"/>
                  </a:lnTo>
                  <a:lnTo>
                    <a:pt x="807085" y="1302892"/>
                  </a:lnTo>
                  <a:lnTo>
                    <a:pt x="807085" y="1322070"/>
                  </a:lnTo>
                  <a:lnTo>
                    <a:pt x="814832" y="1329816"/>
                  </a:lnTo>
                  <a:lnTo>
                    <a:pt x="834136" y="1329816"/>
                  </a:lnTo>
                  <a:lnTo>
                    <a:pt x="841883" y="1322070"/>
                  </a:lnTo>
                  <a:lnTo>
                    <a:pt x="841883" y="1302892"/>
                  </a:lnTo>
                  <a:lnTo>
                    <a:pt x="834136" y="1295146"/>
                  </a:lnTo>
                  <a:close/>
                </a:path>
                <a:path w="6172200" h="1781175">
                  <a:moveTo>
                    <a:pt x="4149598" y="1277747"/>
                  </a:moveTo>
                  <a:lnTo>
                    <a:pt x="4130294" y="1277747"/>
                  </a:lnTo>
                  <a:lnTo>
                    <a:pt x="4122547" y="1285494"/>
                  </a:lnTo>
                  <a:lnTo>
                    <a:pt x="4122547" y="1304671"/>
                  </a:lnTo>
                  <a:lnTo>
                    <a:pt x="4130294" y="1312417"/>
                  </a:lnTo>
                  <a:lnTo>
                    <a:pt x="4149598" y="1312417"/>
                  </a:lnTo>
                  <a:lnTo>
                    <a:pt x="4157345" y="1304671"/>
                  </a:lnTo>
                  <a:lnTo>
                    <a:pt x="4157345" y="1285494"/>
                  </a:lnTo>
                  <a:lnTo>
                    <a:pt x="4149598" y="1277747"/>
                  </a:lnTo>
                  <a:close/>
                </a:path>
                <a:path w="6172200" h="1781175">
                  <a:moveTo>
                    <a:pt x="3696716" y="1277747"/>
                  </a:moveTo>
                  <a:lnTo>
                    <a:pt x="3677411" y="1277747"/>
                  </a:lnTo>
                  <a:lnTo>
                    <a:pt x="3669665" y="1285494"/>
                  </a:lnTo>
                  <a:lnTo>
                    <a:pt x="3669665" y="1304671"/>
                  </a:lnTo>
                  <a:lnTo>
                    <a:pt x="3677411" y="1312417"/>
                  </a:lnTo>
                  <a:lnTo>
                    <a:pt x="3696716" y="1312417"/>
                  </a:lnTo>
                  <a:lnTo>
                    <a:pt x="3704463" y="1304671"/>
                  </a:lnTo>
                  <a:lnTo>
                    <a:pt x="3704463" y="1285494"/>
                  </a:lnTo>
                  <a:lnTo>
                    <a:pt x="3696716" y="1277747"/>
                  </a:lnTo>
                  <a:close/>
                </a:path>
                <a:path w="6172200" h="1781175">
                  <a:moveTo>
                    <a:pt x="2889630" y="1277747"/>
                  </a:moveTo>
                  <a:lnTo>
                    <a:pt x="2870327" y="1277747"/>
                  </a:lnTo>
                  <a:lnTo>
                    <a:pt x="2862579" y="1285494"/>
                  </a:lnTo>
                  <a:lnTo>
                    <a:pt x="2862579" y="1304671"/>
                  </a:lnTo>
                  <a:lnTo>
                    <a:pt x="2870327" y="1312417"/>
                  </a:lnTo>
                  <a:lnTo>
                    <a:pt x="2889630" y="1312417"/>
                  </a:lnTo>
                  <a:lnTo>
                    <a:pt x="2897378" y="1304671"/>
                  </a:lnTo>
                  <a:lnTo>
                    <a:pt x="2897378" y="1285494"/>
                  </a:lnTo>
                  <a:lnTo>
                    <a:pt x="2889630" y="1277747"/>
                  </a:lnTo>
                  <a:close/>
                </a:path>
                <a:path w="6172200" h="1781175">
                  <a:moveTo>
                    <a:pt x="584453" y="1277747"/>
                  </a:moveTo>
                  <a:lnTo>
                    <a:pt x="565150" y="1277747"/>
                  </a:lnTo>
                  <a:lnTo>
                    <a:pt x="557402" y="1285494"/>
                  </a:lnTo>
                  <a:lnTo>
                    <a:pt x="557402" y="1304671"/>
                  </a:lnTo>
                  <a:lnTo>
                    <a:pt x="565150" y="1312417"/>
                  </a:lnTo>
                  <a:lnTo>
                    <a:pt x="584453" y="1312417"/>
                  </a:lnTo>
                  <a:lnTo>
                    <a:pt x="592201" y="1304671"/>
                  </a:lnTo>
                  <a:lnTo>
                    <a:pt x="592201" y="1285494"/>
                  </a:lnTo>
                  <a:lnTo>
                    <a:pt x="584453" y="1277747"/>
                  </a:lnTo>
                  <a:close/>
                </a:path>
                <a:path w="6172200" h="1781175">
                  <a:moveTo>
                    <a:pt x="4683759" y="1266189"/>
                  </a:moveTo>
                  <a:lnTo>
                    <a:pt x="4664583" y="1266189"/>
                  </a:lnTo>
                  <a:lnTo>
                    <a:pt x="4656708" y="1273937"/>
                  </a:lnTo>
                  <a:lnTo>
                    <a:pt x="4656708" y="1293114"/>
                  </a:lnTo>
                  <a:lnTo>
                    <a:pt x="4664583" y="1300861"/>
                  </a:lnTo>
                  <a:lnTo>
                    <a:pt x="4683759" y="1300861"/>
                  </a:lnTo>
                  <a:lnTo>
                    <a:pt x="4691507" y="1293114"/>
                  </a:lnTo>
                  <a:lnTo>
                    <a:pt x="4691507" y="1273937"/>
                  </a:lnTo>
                  <a:lnTo>
                    <a:pt x="4683759" y="1266189"/>
                  </a:lnTo>
                  <a:close/>
                </a:path>
                <a:path w="6172200" h="1781175">
                  <a:moveTo>
                    <a:pt x="4823079" y="1260348"/>
                  </a:moveTo>
                  <a:lnTo>
                    <a:pt x="4803902" y="1260348"/>
                  </a:lnTo>
                  <a:lnTo>
                    <a:pt x="4796028" y="1268222"/>
                  </a:lnTo>
                  <a:lnTo>
                    <a:pt x="4796028" y="1287399"/>
                  </a:lnTo>
                  <a:lnTo>
                    <a:pt x="4803902" y="1295146"/>
                  </a:lnTo>
                  <a:lnTo>
                    <a:pt x="4823079" y="1295146"/>
                  </a:lnTo>
                  <a:lnTo>
                    <a:pt x="4830953" y="1287399"/>
                  </a:lnTo>
                  <a:lnTo>
                    <a:pt x="4830953" y="1268222"/>
                  </a:lnTo>
                  <a:lnTo>
                    <a:pt x="4823079" y="1260348"/>
                  </a:lnTo>
                  <a:close/>
                </a:path>
                <a:path w="6172200" h="1781175">
                  <a:moveTo>
                    <a:pt x="2785110" y="1254633"/>
                  </a:moveTo>
                  <a:lnTo>
                    <a:pt x="2765805" y="1254633"/>
                  </a:lnTo>
                  <a:lnTo>
                    <a:pt x="2758059" y="1262379"/>
                  </a:lnTo>
                  <a:lnTo>
                    <a:pt x="2758059" y="1281557"/>
                  </a:lnTo>
                  <a:lnTo>
                    <a:pt x="2765805" y="1289303"/>
                  </a:lnTo>
                  <a:lnTo>
                    <a:pt x="2785110" y="1289303"/>
                  </a:lnTo>
                  <a:lnTo>
                    <a:pt x="2792857" y="1281557"/>
                  </a:lnTo>
                  <a:lnTo>
                    <a:pt x="2792857" y="1262379"/>
                  </a:lnTo>
                  <a:lnTo>
                    <a:pt x="2785110" y="1254633"/>
                  </a:lnTo>
                  <a:close/>
                </a:path>
                <a:path w="6172200" h="1781175">
                  <a:moveTo>
                    <a:pt x="2041905" y="1254633"/>
                  </a:moveTo>
                  <a:lnTo>
                    <a:pt x="2022602" y="1254633"/>
                  </a:lnTo>
                  <a:lnTo>
                    <a:pt x="2014854" y="1262379"/>
                  </a:lnTo>
                  <a:lnTo>
                    <a:pt x="2014854" y="1281557"/>
                  </a:lnTo>
                  <a:lnTo>
                    <a:pt x="2022602" y="1289303"/>
                  </a:lnTo>
                  <a:lnTo>
                    <a:pt x="2041905" y="1289303"/>
                  </a:lnTo>
                  <a:lnTo>
                    <a:pt x="2049652" y="1281557"/>
                  </a:lnTo>
                  <a:lnTo>
                    <a:pt x="2049652" y="1262379"/>
                  </a:lnTo>
                  <a:lnTo>
                    <a:pt x="2041905" y="1254633"/>
                  </a:lnTo>
                  <a:close/>
                </a:path>
                <a:path w="6172200" h="1781175">
                  <a:moveTo>
                    <a:pt x="1240536" y="1254633"/>
                  </a:moveTo>
                  <a:lnTo>
                    <a:pt x="1221359" y="1254633"/>
                  </a:lnTo>
                  <a:lnTo>
                    <a:pt x="1213485" y="1262379"/>
                  </a:lnTo>
                  <a:lnTo>
                    <a:pt x="1213485" y="1281557"/>
                  </a:lnTo>
                  <a:lnTo>
                    <a:pt x="1221359" y="1289303"/>
                  </a:lnTo>
                  <a:lnTo>
                    <a:pt x="1240536" y="1289303"/>
                  </a:lnTo>
                  <a:lnTo>
                    <a:pt x="1248410" y="1281557"/>
                  </a:lnTo>
                  <a:lnTo>
                    <a:pt x="1248410" y="1262379"/>
                  </a:lnTo>
                  <a:lnTo>
                    <a:pt x="1240536" y="1254633"/>
                  </a:lnTo>
                  <a:close/>
                </a:path>
                <a:path w="6172200" h="1781175">
                  <a:moveTo>
                    <a:pt x="1008379" y="1254633"/>
                  </a:moveTo>
                  <a:lnTo>
                    <a:pt x="989076" y="1254633"/>
                  </a:lnTo>
                  <a:lnTo>
                    <a:pt x="981328" y="1262379"/>
                  </a:lnTo>
                  <a:lnTo>
                    <a:pt x="981328" y="1281557"/>
                  </a:lnTo>
                  <a:lnTo>
                    <a:pt x="989076" y="1289303"/>
                  </a:lnTo>
                  <a:lnTo>
                    <a:pt x="1008379" y="1289303"/>
                  </a:lnTo>
                  <a:lnTo>
                    <a:pt x="1016126" y="1281557"/>
                  </a:lnTo>
                  <a:lnTo>
                    <a:pt x="1016126" y="1262379"/>
                  </a:lnTo>
                  <a:lnTo>
                    <a:pt x="1008379" y="1254633"/>
                  </a:lnTo>
                  <a:close/>
                </a:path>
                <a:path w="6172200" h="1781175">
                  <a:moveTo>
                    <a:pt x="4405122" y="1248790"/>
                  </a:moveTo>
                  <a:lnTo>
                    <a:pt x="4385818" y="1248790"/>
                  </a:lnTo>
                  <a:lnTo>
                    <a:pt x="4378071" y="1256538"/>
                  </a:lnTo>
                  <a:lnTo>
                    <a:pt x="4378071" y="1275714"/>
                  </a:lnTo>
                  <a:lnTo>
                    <a:pt x="4385818" y="1283589"/>
                  </a:lnTo>
                  <a:lnTo>
                    <a:pt x="4405122" y="1283589"/>
                  </a:lnTo>
                  <a:lnTo>
                    <a:pt x="4412869" y="1275714"/>
                  </a:lnTo>
                  <a:lnTo>
                    <a:pt x="4412869" y="1256538"/>
                  </a:lnTo>
                  <a:lnTo>
                    <a:pt x="4405122" y="1248790"/>
                  </a:lnTo>
                  <a:close/>
                </a:path>
                <a:path w="6172200" h="1781175">
                  <a:moveTo>
                    <a:pt x="3412108" y="1243076"/>
                  </a:moveTo>
                  <a:lnTo>
                    <a:pt x="3392931" y="1243076"/>
                  </a:lnTo>
                  <a:lnTo>
                    <a:pt x="3385184" y="1250823"/>
                  </a:lnTo>
                  <a:lnTo>
                    <a:pt x="3385184" y="1270000"/>
                  </a:lnTo>
                  <a:lnTo>
                    <a:pt x="3392931" y="1277747"/>
                  </a:lnTo>
                  <a:lnTo>
                    <a:pt x="3412108" y="1277747"/>
                  </a:lnTo>
                  <a:lnTo>
                    <a:pt x="3419982" y="1270000"/>
                  </a:lnTo>
                  <a:lnTo>
                    <a:pt x="3419982" y="1250823"/>
                  </a:lnTo>
                  <a:lnTo>
                    <a:pt x="3412108" y="1243076"/>
                  </a:lnTo>
                  <a:close/>
                </a:path>
                <a:path w="6172200" h="1781175">
                  <a:moveTo>
                    <a:pt x="3145028" y="1243076"/>
                  </a:moveTo>
                  <a:lnTo>
                    <a:pt x="3125851" y="1243076"/>
                  </a:lnTo>
                  <a:lnTo>
                    <a:pt x="3117977" y="1250823"/>
                  </a:lnTo>
                  <a:lnTo>
                    <a:pt x="3117977" y="1270000"/>
                  </a:lnTo>
                  <a:lnTo>
                    <a:pt x="3125851" y="1277747"/>
                  </a:lnTo>
                  <a:lnTo>
                    <a:pt x="3145028" y="1277747"/>
                  </a:lnTo>
                  <a:lnTo>
                    <a:pt x="3152902" y="1270000"/>
                  </a:lnTo>
                  <a:lnTo>
                    <a:pt x="3152902" y="1250823"/>
                  </a:lnTo>
                  <a:lnTo>
                    <a:pt x="3145028" y="1243076"/>
                  </a:lnTo>
                  <a:close/>
                </a:path>
                <a:path w="6172200" h="1781175">
                  <a:moveTo>
                    <a:pt x="741172" y="1243076"/>
                  </a:moveTo>
                  <a:lnTo>
                    <a:pt x="721995" y="1243076"/>
                  </a:lnTo>
                  <a:lnTo>
                    <a:pt x="714248" y="1250823"/>
                  </a:lnTo>
                  <a:lnTo>
                    <a:pt x="714248" y="1270000"/>
                  </a:lnTo>
                  <a:lnTo>
                    <a:pt x="721995" y="1277747"/>
                  </a:lnTo>
                  <a:lnTo>
                    <a:pt x="741172" y="1277747"/>
                  </a:lnTo>
                  <a:lnTo>
                    <a:pt x="749046" y="1270000"/>
                  </a:lnTo>
                  <a:lnTo>
                    <a:pt x="749046" y="1250823"/>
                  </a:lnTo>
                  <a:lnTo>
                    <a:pt x="741172" y="1243076"/>
                  </a:lnTo>
                  <a:close/>
                </a:path>
                <a:path w="6172200" h="1781175">
                  <a:moveTo>
                    <a:pt x="4288917" y="1237234"/>
                  </a:moveTo>
                  <a:lnTo>
                    <a:pt x="4269740" y="1237234"/>
                  </a:lnTo>
                  <a:lnTo>
                    <a:pt x="4261866" y="1244980"/>
                  </a:lnTo>
                  <a:lnTo>
                    <a:pt x="4261866" y="1264158"/>
                  </a:lnTo>
                  <a:lnTo>
                    <a:pt x="4269740" y="1272032"/>
                  </a:lnTo>
                  <a:lnTo>
                    <a:pt x="4288917" y="1272032"/>
                  </a:lnTo>
                  <a:lnTo>
                    <a:pt x="4296791" y="1264158"/>
                  </a:lnTo>
                  <a:lnTo>
                    <a:pt x="4296791" y="1244980"/>
                  </a:lnTo>
                  <a:lnTo>
                    <a:pt x="4288917" y="1237234"/>
                  </a:lnTo>
                  <a:close/>
                </a:path>
                <a:path w="6172200" h="1781175">
                  <a:moveTo>
                    <a:pt x="2680589" y="1231519"/>
                  </a:moveTo>
                  <a:lnTo>
                    <a:pt x="2661285" y="1231519"/>
                  </a:lnTo>
                  <a:lnTo>
                    <a:pt x="2653538" y="1239265"/>
                  </a:lnTo>
                  <a:lnTo>
                    <a:pt x="2653538" y="1258442"/>
                  </a:lnTo>
                  <a:lnTo>
                    <a:pt x="2661285" y="1266189"/>
                  </a:lnTo>
                  <a:lnTo>
                    <a:pt x="2680589" y="1266189"/>
                  </a:lnTo>
                  <a:lnTo>
                    <a:pt x="2688336" y="1258442"/>
                  </a:lnTo>
                  <a:lnTo>
                    <a:pt x="2688336" y="1239265"/>
                  </a:lnTo>
                  <a:lnTo>
                    <a:pt x="2680589" y="1231519"/>
                  </a:lnTo>
                  <a:close/>
                </a:path>
                <a:path w="6172200" h="1781175">
                  <a:moveTo>
                    <a:pt x="2152141" y="1225677"/>
                  </a:moveTo>
                  <a:lnTo>
                    <a:pt x="2132965" y="1225677"/>
                  </a:lnTo>
                  <a:lnTo>
                    <a:pt x="2125091" y="1233424"/>
                  </a:lnTo>
                  <a:lnTo>
                    <a:pt x="2125091" y="1252601"/>
                  </a:lnTo>
                  <a:lnTo>
                    <a:pt x="2132965" y="1260348"/>
                  </a:lnTo>
                  <a:lnTo>
                    <a:pt x="2152141" y="1260348"/>
                  </a:lnTo>
                  <a:lnTo>
                    <a:pt x="2160016" y="1252601"/>
                  </a:lnTo>
                  <a:lnTo>
                    <a:pt x="2160016" y="1233424"/>
                  </a:lnTo>
                  <a:lnTo>
                    <a:pt x="2152141" y="1225677"/>
                  </a:lnTo>
                  <a:close/>
                </a:path>
                <a:path w="6172200" h="1781175">
                  <a:moveTo>
                    <a:pt x="1821179" y="1225677"/>
                  </a:moveTo>
                  <a:lnTo>
                    <a:pt x="1802002" y="1225677"/>
                  </a:lnTo>
                  <a:lnTo>
                    <a:pt x="1794128" y="1233424"/>
                  </a:lnTo>
                  <a:lnTo>
                    <a:pt x="1794128" y="1252601"/>
                  </a:lnTo>
                  <a:lnTo>
                    <a:pt x="1802002" y="1260348"/>
                  </a:lnTo>
                  <a:lnTo>
                    <a:pt x="1821179" y="1260348"/>
                  </a:lnTo>
                  <a:lnTo>
                    <a:pt x="1829053" y="1252601"/>
                  </a:lnTo>
                  <a:lnTo>
                    <a:pt x="1829053" y="1233424"/>
                  </a:lnTo>
                  <a:lnTo>
                    <a:pt x="1821179" y="1225677"/>
                  </a:lnTo>
                  <a:close/>
                </a:path>
                <a:path w="6172200" h="1781175">
                  <a:moveTo>
                    <a:pt x="3272790" y="1219835"/>
                  </a:moveTo>
                  <a:lnTo>
                    <a:pt x="3253613" y="1219835"/>
                  </a:lnTo>
                  <a:lnTo>
                    <a:pt x="3245739" y="1227709"/>
                  </a:lnTo>
                  <a:lnTo>
                    <a:pt x="3245739" y="1246886"/>
                  </a:lnTo>
                  <a:lnTo>
                    <a:pt x="3253613" y="1254633"/>
                  </a:lnTo>
                  <a:lnTo>
                    <a:pt x="3272790" y="1254633"/>
                  </a:lnTo>
                  <a:lnTo>
                    <a:pt x="3280664" y="1246886"/>
                  </a:lnTo>
                  <a:lnTo>
                    <a:pt x="3280664" y="1227709"/>
                  </a:lnTo>
                  <a:lnTo>
                    <a:pt x="3272790" y="1219835"/>
                  </a:lnTo>
                  <a:close/>
                </a:path>
                <a:path w="6172200" h="1781175">
                  <a:moveTo>
                    <a:pt x="2564384" y="1219835"/>
                  </a:moveTo>
                  <a:lnTo>
                    <a:pt x="2545207" y="1219835"/>
                  </a:lnTo>
                  <a:lnTo>
                    <a:pt x="2537333" y="1227709"/>
                  </a:lnTo>
                  <a:lnTo>
                    <a:pt x="2537333" y="1246886"/>
                  </a:lnTo>
                  <a:lnTo>
                    <a:pt x="2545207" y="1254633"/>
                  </a:lnTo>
                  <a:lnTo>
                    <a:pt x="2564384" y="1254633"/>
                  </a:lnTo>
                  <a:lnTo>
                    <a:pt x="2572258" y="1246886"/>
                  </a:lnTo>
                  <a:lnTo>
                    <a:pt x="2572258" y="1227709"/>
                  </a:lnTo>
                  <a:lnTo>
                    <a:pt x="2564384" y="1219835"/>
                  </a:lnTo>
                  <a:close/>
                </a:path>
                <a:path w="6172200" h="1781175">
                  <a:moveTo>
                    <a:pt x="1705102" y="1219835"/>
                  </a:moveTo>
                  <a:lnTo>
                    <a:pt x="1685798" y="1219835"/>
                  </a:lnTo>
                  <a:lnTo>
                    <a:pt x="1678051" y="1227709"/>
                  </a:lnTo>
                  <a:lnTo>
                    <a:pt x="1678051" y="1246886"/>
                  </a:lnTo>
                  <a:lnTo>
                    <a:pt x="1685798" y="1254633"/>
                  </a:lnTo>
                  <a:lnTo>
                    <a:pt x="1705102" y="1254633"/>
                  </a:lnTo>
                  <a:lnTo>
                    <a:pt x="1712849" y="1246886"/>
                  </a:lnTo>
                  <a:lnTo>
                    <a:pt x="1712849" y="1227709"/>
                  </a:lnTo>
                  <a:lnTo>
                    <a:pt x="1705102" y="1219835"/>
                  </a:lnTo>
                  <a:close/>
                </a:path>
                <a:path w="6172200" h="1781175">
                  <a:moveTo>
                    <a:pt x="4590923" y="1214120"/>
                  </a:moveTo>
                  <a:lnTo>
                    <a:pt x="4571619" y="1214120"/>
                  </a:lnTo>
                  <a:lnTo>
                    <a:pt x="4563872" y="1221866"/>
                  </a:lnTo>
                  <a:lnTo>
                    <a:pt x="4563872" y="1241044"/>
                  </a:lnTo>
                  <a:lnTo>
                    <a:pt x="4571619" y="1248790"/>
                  </a:lnTo>
                  <a:lnTo>
                    <a:pt x="4590923" y="1248790"/>
                  </a:lnTo>
                  <a:lnTo>
                    <a:pt x="4598670" y="1241044"/>
                  </a:lnTo>
                  <a:lnTo>
                    <a:pt x="4598670" y="1221866"/>
                  </a:lnTo>
                  <a:lnTo>
                    <a:pt x="4590923" y="1214120"/>
                  </a:lnTo>
                  <a:close/>
                </a:path>
                <a:path w="6172200" h="1781175">
                  <a:moveTo>
                    <a:pt x="3975354" y="1214120"/>
                  </a:moveTo>
                  <a:lnTo>
                    <a:pt x="3956177" y="1214120"/>
                  </a:lnTo>
                  <a:lnTo>
                    <a:pt x="3948303" y="1221866"/>
                  </a:lnTo>
                  <a:lnTo>
                    <a:pt x="3948303" y="1241044"/>
                  </a:lnTo>
                  <a:lnTo>
                    <a:pt x="3956177" y="1248790"/>
                  </a:lnTo>
                  <a:lnTo>
                    <a:pt x="3975354" y="1248790"/>
                  </a:lnTo>
                  <a:lnTo>
                    <a:pt x="3983228" y="1241044"/>
                  </a:lnTo>
                  <a:lnTo>
                    <a:pt x="3983228" y="1221866"/>
                  </a:lnTo>
                  <a:lnTo>
                    <a:pt x="3975354" y="1214120"/>
                  </a:lnTo>
                  <a:close/>
                </a:path>
                <a:path w="6172200" h="1781175">
                  <a:moveTo>
                    <a:pt x="3609594" y="1214120"/>
                  </a:moveTo>
                  <a:lnTo>
                    <a:pt x="3590290" y="1214120"/>
                  </a:lnTo>
                  <a:lnTo>
                    <a:pt x="3582543" y="1221866"/>
                  </a:lnTo>
                  <a:lnTo>
                    <a:pt x="3582543" y="1241044"/>
                  </a:lnTo>
                  <a:lnTo>
                    <a:pt x="3590290" y="1248790"/>
                  </a:lnTo>
                  <a:lnTo>
                    <a:pt x="3609594" y="1248790"/>
                  </a:lnTo>
                  <a:lnTo>
                    <a:pt x="3617341" y="1241044"/>
                  </a:lnTo>
                  <a:lnTo>
                    <a:pt x="3617341" y="1221866"/>
                  </a:lnTo>
                  <a:lnTo>
                    <a:pt x="3609594" y="1214120"/>
                  </a:lnTo>
                  <a:close/>
                </a:path>
                <a:path w="6172200" h="1781175">
                  <a:moveTo>
                    <a:pt x="1368298" y="1214120"/>
                  </a:moveTo>
                  <a:lnTo>
                    <a:pt x="1349121" y="1214120"/>
                  </a:lnTo>
                  <a:lnTo>
                    <a:pt x="1341247" y="1221866"/>
                  </a:lnTo>
                  <a:lnTo>
                    <a:pt x="1341247" y="1241044"/>
                  </a:lnTo>
                  <a:lnTo>
                    <a:pt x="1349121" y="1248790"/>
                  </a:lnTo>
                  <a:lnTo>
                    <a:pt x="1368298" y="1248790"/>
                  </a:lnTo>
                  <a:lnTo>
                    <a:pt x="1376172" y="1241044"/>
                  </a:lnTo>
                  <a:lnTo>
                    <a:pt x="1376172" y="1221866"/>
                  </a:lnTo>
                  <a:lnTo>
                    <a:pt x="1368298" y="1214120"/>
                  </a:lnTo>
                  <a:close/>
                </a:path>
                <a:path w="6172200" h="1781175">
                  <a:moveTo>
                    <a:pt x="485775" y="1214120"/>
                  </a:moveTo>
                  <a:lnTo>
                    <a:pt x="466471" y="1214120"/>
                  </a:lnTo>
                  <a:lnTo>
                    <a:pt x="458724" y="1221866"/>
                  </a:lnTo>
                  <a:lnTo>
                    <a:pt x="458724" y="1241044"/>
                  </a:lnTo>
                  <a:lnTo>
                    <a:pt x="466471" y="1248790"/>
                  </a:lnTo>
                  <a:lnTo>
                    <a:pt x="485775" y="1248790"/>
                  </a:lnTo>
                  <a:lnTo>
                    <a:pt x="493522" y="1241044"/>
                  </a:lnTo>
                  <a:lnTo>
                    <a:pt x="493522" y="1221866"/>
                  </a:lnTo>
                  <a:lnTo>
                    <a:pt x="485775" y="1214120"/>
                  </a:lnTo>
                  <a:close/>
                </a:path>
                <a:path w="6172200" h="1781175">
                  <a:moveTo>
                    <a:pt x="4097274" y="1202563"/>
                  </a:moveTo>
                  <a:lnTo>
                    <a:pt x="4078097" y="1202563"/>
                  </a:lnTo>
                  <a:lnTo>
                    <a:pt x="4070223" y="1210310"/>
                  </a:lnTo>
                  <a:lnTo>
                    <a:pt x="4070223" y="1229487"/>
                  </a:lnTo>
                  <a:lnTo>
                    <a:pt x="4078097" y="1237234"/>
                  </a:lnTo>
                  <a:lnTo>
                    <a:pt x="4097274" y="1237234"/>
                  </a:lnTo>
                  <a:lnTo>
                    <a:pt x="4105148" y="1229487"/>
                  </a:lnTo>
                  <a:lnTo>
                    <a:pt x="4105148" y="1210310"/>
                  </a:lnTo>
                  <a:lnTo>
                    <a:pt x="4097274" y="1202563"/>
                  </a:lnTo>
                  <a:close/>
                </a:path>
                <a:path w="6172200" h="1781175">
                  <a:moveTo>
                    <a:pt x="2367026" y="1202563"/>
                  </a:moveTo>
                  <a:lnTo>
                    <a:pt x="2347722" y="1202563"/>
                  </a:lnTo>
                  <a:lnTo>
                    <a:pt x="2339975" y="1210310"/>
                  </a:lnTo>
                  <a:lnTo>
                    <a:pt x="2339975" y="1229487"/>
                  </a:lnTo>
                  <a:lnTo>
                    <a:pt x="2347722" y="1237234"/>
                  </a:lnTo>
                  <a:lnTo>
                    <a:pt x="2367026" y="1237234"/>
                  </a:lnTo>
                  <a:lnTo>
                    <a:pt x="2374773" y="1229487"/>
                  </a:lnTo>
                  <a:lnTo>
                    <a:pt x="2374773" y="1210310"/>
                  </a:lnTo>
                  <a:lnTo>
                    <a:pt x="2367026" y="1202563"/>
                  </a:lnTo>
                  <a:close/>
                </a:path>
                <a:path w="6172200" h="1781175">
                  <a:moveTo>
                    <a:pt x="2268347" y="1202563"/>
                  </a:moveTo>
                  <a:lnTo>
                    <a:pt x="2249042" y="1202563"/>
                  </a:lnTo>
                  <a:lnTo>
                    <a:pt x="2241296" y="1210310"/>
                  </a:lnTo>
                  <a:lnTo>
                    <a:pt x="2241296" y="1229487"/>
                  </a:lnTo>
                  <a:lnTo>
                    <a:pt x="2249042" y="1237234"/>
                  </a:lnTo>
                  <a:lnTo>
                    <a:pt x="2268347" y="1237234"/>
                  </a:lnTo>
                  <a:lnTo>
                    <a:pt x="2276094" y="1229487"/>
                  </a:lnTo>
                  <a:lnTo>
                    <a:pt x="2276094" y="1210310"/>
                  </a:lnTo>
                  <a:lnTo>
                    <a:pt x="2268347" y="1202563"/>
                  </a:lnTo>
                  <a:close/>
                </a:path>
                <a:path w="6172200" h="1781175">
                  <a:moveTo>
                    <a:pt x="1954784" y="1202563"/>
                  </a:moveTo>
                  <a:lnTo>
                    <a:pt x="1935479" y="1202563"/>
                  </a:lnTo>
                  <a:lnTo>
                    <a:pt x="1927733" y="1210310"/>
                  </a:lnTo>
                  <a:lnTo>
                    <a:pt x="1927733" y="1229487"/>
                  </a:lnTo>
                  <a:lnTo>
                    <a:pt x="1935479" y="1237234"/>
                  </a:lnTo>
                  <a:lnTo>
                    <a:pt x="1954784" y="1237234"/>
                  </a:lnTo>
                  <a:lnTo>
                    <a:pt x="1962530" y="1229487"/>
                  </a:lnTo>
                  <a:lnTo>
                    <a:pt x="1962530" y="1210310"/>
                  </a:lnTo>
                  <a:lnTo>
                    <a:pt x="1954784" y="1202563"/>
                  </a:lnTo>
                  <a:close/>
                </a:path>
                <a:path w="6172200" h="1781175">
                  <a:moveTo>
                    <a:pt x="1136014" y="1202563"/>
                  </a:moveTo>
                  <a:lnTo>
                    <a:pt x="1116838" y="1202563"/>
                  </a:lnTo>
                  <a:lnTo>
                    <a:pt x="1108964" y="1210310"/>
                  </a:lnTo>
                  <a:lnTo>
                    <a:pt x="1108964" y="1229487"/>
                  </a:lnTo>
                  <a:lnTo>
                    <a:pt x="1116838" y="1237234"/>
                  </a:lnTo>
                  <a:lnTo>
                    <a:pt x="1136014" y="1237234"/>
                  </a:lnTo>
                  <a:lnTo>
                    <a:pt x="1143889" y="1229487"/>
                  </a:lnTo>
                  <a:lnTo>
                    <a:pt x="1143889" y="1210310"/>
                  </a:lnTo>
                  <a:lnTo>
                    <a:pt x="1136014" y="1202563"/>
                  </a:lnTo>
                  <a:close/>
                </a:path>
                <a:path w="6172200" h="1781175">
                  <a:moveTo>
                    <a:pt x="3865118" y="1196721"/>
                  </a:moveTo>
                  <a:lnTo>
                    <a:pt x="3845814" y="1196721"/>
                  </a:lnTo>
                  <a:lnTo>
                    <a:pt x="3838067" y="1204467"/>
                  </a:lnTo>
                  <a:lnTo>
                    <a:pt x="3838067" y="1223645"/>
                  </a:lnTo>
                  <a:lnTo>
                    <a:pt x="3845814" y="1231519"/>
                  </a:lnTo>
                  <a:lnTo>
                    <a:pt x="3865118" y="1231519"/>
                  </a:lnTo>
                  <a:lnTo>
                    <a:pt x="3872865" y="1223645"/>
                  </a:lnTo>
                  <a:lnTo>
                    <a:pt x="3872865" y="1204467"/>
                  </a:lnTo>
                  <a:lnTo>
                    <a:pt x="3865118" y="1196721"/>
                  </a:lnTo>
                  <a:close/>
                </a:path>
                <a:path w="6172200" h="1781175">
                  <a:moveTo>
                    <a:pt x="1472819" y="1196721"/>
                  </a:moveTo>
                  <a:lnTo>
                    <a:pt x="1453641" y="1196721"/>
                  </a:lnTo>
                  <a:lnTo>
                    <a:pt x="1445767" y="1204467"/>
                  </a:lnTo>
                  <a:lnTo>
                    <a:pt x="1445767" y="1223645"/>
                  </a:lnTo>
                  <a:lnTo>
                    <a:pt x="1453641" y="1231519"/>
                  </a:lnTo>
                  <a:lnTo>
                    <a:pt x="1472819" y="1231519"/>
                  </a:lnTo>
                  <a:lnTo>
                    <a:pt x="1480692" y="1223645"/>
                  </a:lnTo>
                  <a:lnTo>
                    <a:pt x="1480692" y="1204467"/>
                  </a:lnTo>
                  <a:lnTo>
                    <a:pt x="1472819" y="1196721"/>
                  </a:lnTo>
                  <a:close/>
                </a:path>
                <a:path w="6172200" h="1781175">
                  <a:moveTo>
                    <a:pt x="2994152" y="1185164"/>
                  </a:moveTo>
                  <a:lnTo>
                    <a:pt x="2974848" y="1185164"/>
                  </a:lnTo>
                  <a:lnTo>
                    <a:pt x="2967101" y="1192911"/>
                  </a:lnTo>
                  <a:lnTo>
                    <a:pt x="2967101" y="1212088"/>
                  </a:lnTo>
                  <a:lnTo>
                    <a:pt x="2974848" y="1219835"/>
                  </a:lnTo>
                  <a:lnTo>
                    <a:pt x="2994152" y="1219835"/>
                  </a:lnTo>
                  <a:lnTo>
                    <a:pt x="3001899" y="1212088"/>
                  </a:lnTo>
                  <a:lnTo>
                    <a:pt x="3001899" y="1192911"/>
                  </a:lnTo>
                  <a:lnTo>
                    <a:pt x="2994152" y="1185164"/>
                  </a:lnTo>
                  <a:close/>
                </a:path>
                <a:path w="6172200" h="1781175">
                  <a:moveTo>
                    <a:pt x="874776" y="1185164"/>
                  </a:moveTo>
                  <a:lnTo>
                    <a:pt x="855472" y="1185164"/>
                  </a:lnTo>
                  <a:lnTo>
                    <a:pt x="847725" y="1192911"/>
                  </a:lnTo>
                  <a:lnTo>
                    <a:pt x="847725" y="1212088"/>
                  </a:lnTo>
                  <a:lnTo>
                    <a:pt x="855472" y="1219835"/>
                  </a:lnTo>
                  <a:lnTo>
                    <a:pt x="874776" y="1219835"/>
                  </a:lnTo>
                  <a:lnTo>
                    <a:pt x="882523" y="1212088"/>
                  </a:lnTo>
                  <a:lnTo>
                    <a:pt x="882523" y="1192911"/>
                  </a:lnTo>
                  <a:lnTo>
                    <a:pt x="874776" y="1185164"/>
                  </a:lnTo>
                  <a:close/>
                </a:path>
                <a:path w="6172200" h="1781175">
                  <a:moveTo>
                    <a:pt x="4480559" y="1179449"/>
                  </a:moveTo>
                  <a:lnTo>
                    <a:pt x="4461256" y="1179449"/>
                  </a:lnTo>
                  <a:lnTo>
                    <a:pt x="4453508" y="1187196"/>
                  </a:lnTo>
                  <a:lnTo>
                    <a:pt x="4453508" y="1206373"/>
                  </a:lnTo>
                  <a:lnTo>
                    <a:pt x="4461256" y="1214120"/>
                  </a:lnTo>
                  <a:lnTo>
                    <a:pt x="4480559" y="1214120"/>
                  </a:lnTo>
                  <a:lnTo>
                    <a:pt x="4488307" y="1206373"/>
                  </a:lnTo>
                  <a:lnTo>
                    <a:pt x="4488307" y="1187196"/>
                  </a:lnTo>
                  <a:lnTo>
                    <a:pt x="4480559" y="1179449"/>
                  </a:lnTo>
                  <a:close/>
                </a:path>
                <a:path w="6172200" h="1781175">
                  <a:moveTo>
                    <a:pt x="2471547" y="1179449"/>
                  </a:moveTo>
                  <a:lnTo>
                    <a:pt x="2452242" y="1179449"/>
                  </a:lnTo>
                  <a:lnTo>
                    <a:pt x="2444496" y="1187196"/>
                  </a:lnTo>
                  <a:lnTo>
                    <a:pt x="2444496" y="1206373"/>
                  </a:lnTo>
                  <a:lnTo>
                    <a:pt x="2452242" y="1214120"/>
                  </a:lnTo>
                  <a:lnTo>
                    <a:pt x="2471547" y="1214120"/>
                  </a:lnTo>
                  <a:lnTo>
                    <a:pt x="2479294" y="1206373"/>
                  </a:lnTo>
                  <a:lnTo>
                    <a:pt x="2479294" y="1187196"/>
                  </a:lnTo>
                  <a:lnTo>
                    <a:pt x="2471547" y="1179449"/>
                  </a:lnTo>
                  <a:close/>
                </a:path>
                <a:path w="6172200" h="1781175">
                  <a:moveTo>
                    <a:pt x="1583182" y="1179449"/>
                  </a:moveTo>
                  <a:lnTo>
                    <a:pt x="1563877" y="1179449"/>
                  </a:lnTo>
                  <a:lnTo>
                    <a:pt x="1556130" y="1187196"/>
                  </a:lnTo>
                  <a:lnTo>
                    <a:pt x="1556130" y="1206373"/>
                  </a:lnTo>
                  <a:lnTo>
                    <a:pt x="1563877" y="1214120"/>
                  </a:lnTo>
                  <a:lnTo>
                    <a:pt x="1583182" y="1214120"/>
                  </a:lnTo>
                  <a:lnTo>
                    <a:pt x="1590928" y="1206373"/>
                  </a:lnTo>
                  <a:lnTo>
                    <a:pt x="1590928" y="1187196"/>
                  </a:lnTo>
                  <a:lnTo>
                    <a:pt x="1583182" y="1179449"/>
                  </a:lnTo>
                  <a:close/>
                </a:path>
                <a:path w="6172200" h="1781175">
                  <a:moveTo>
                    <a:pt x="4892802" y="1167764"/>
                  </a:moveTo>
                  <a:lnTo>
                    <a:pt x="4873498" y="1167764"/>
                  </a:lnTo>
                  <a:lnTo>
                    <a:pt x="4865751" y="1175639"/>
                  </a:lnTo>
                  <a:lnTo>
                    <a:pt x="4865751" y="1194815"/>
                  </a:lnTo>
                  <a:lnTo>
                    <a:pt x="4873498" y="1202563"/>
                  </a:lnTo>
                  <a:lnTo>
                    <a:pt x="4892802" y="1202563"/>
                  </a:lnTo>
                  <a:lnTo>
                    <a:pt x="4900549" y="1194815"/>
                  </a:lnTo>
                  <a:lnTo>
                    <a:pt x="4900549" y="1175639"/>
                  </a:lnTo>
                  <a:lnTo>
                    <a:pt x="4892802" y="1167764"/>
                  </a:lnTo>
                  <a:close/>
                </a:path>
                <a:path w="6172200" h="1781175">
                  <a:moveTo>
                    <a:pt x="3725672" y="1162050"/>
                  </a:moveTo>
                  <a:lnTo>
                    <a:pt x="3706495" y="1162050"/>
                  </a:lnTo>
                  <a:lnTo>
                    <a:pt x="3698621" y="1169797"/>
                  </a:lnTo>
                  <a:lnTo>
                    <a:pt x="3698621" y="1188974"/>
                  </a:lnTo>
                  <a:lnTo>
                    <a:pt x="3706495" y="1196721"/>
                  </a:lnTo>
                  <a:lnTo>
                    <a:pt x="3725672" y="1196721"/>
                  </a:lnTo>
                  <a:lnTo>
                    <a:pt x="3733546" y="1188974"/>
                  </a:lnTo>
                  <a:lnTo>
                    <a:pt x="3733546" y="1169797"/>
                  </a:lnTo>
                  <a:lnTo>
                    <a:pt x="3725672" y="1162050"/>
                  </a:lnTo>
                  <a:close/>
                </a:path>
                <a:path w="6172200" h="1781175">
                  <a:moveTo>
                    <a:pt x="3493516" y="1162050"/>
                  </a:moveTo>
                  <a:lnTo>
                    <a:pt x="3474211" y="1162050"/>
                  </a:lnTo>
                  <a:lnTo>
                    <a:pt x="3466465" y="1169797"/>
                  </a:lnTo>
                  <a:lnTo>
                    <a:pt x="3466465" y="1188974"/>
                  </a:lnTo>
                  <a:lnTo>
                    <a:pt x="3474211" y="1196721"/>
                  </a:lnTo>
                  <a:lnTo>
                    <a:pt x="3493516" y="1196721"/>
                  </a:lnTo>
                  <a:lnTo>
                    <a:pt x="3501263" y="1188974"/>
                  </a:lnTo>
                  <a:lnTo>
                    <a:pt x="3501263" y="1169797"/>
                  </a:lnTo>
                  <a:lnTo>
                    <a:pt x="3493516" y="1162050"/>
                  </a:lnTo>
                  <a:close/>
                </a:path>
                <a:path w="6172200" h="1781175">
                  <a:moveTo>
                    <a:pt x="590296" y="1156208"/>
                  </a:moveTo>
                  <a:lnTo>
                    <a:pt x="570991" y="1156208"/>
                  </a:lnTo>
                  <a:lnTo>
                    <a:pt x="563245" y="1163954"/>
                  </a:lnTo>
                  <a:lnTo>
                    <a:pt x="563245" y="1183132"/>
                  </a:lnTo>
                  <a:lnTo>
                    <a:pt x="570991" y="1191005"/>
                  </a:lnTo>
                  <a:lnTo>
                    <a:pt x="590296" y="1191005"/>
                  </a:lnTo>
                  <a:lnTo>
                    <a:pt x="598042" y="1183132"/>
                  </a:lnTo>
                  <a:lnTo>
                    <a:pt x="598042" y="1163954"/>
                  </a:lnTo>
                  <a:lnTo>
                    <a:pt x="590296" y="1156208"/>
                  </a:lnTo>
                  <a:close/>
                </a:path>
                <a:path w="6172200" h="1781175">
                  <a:moveTo>
                    <a:pt x="2860548" y="1150492"/>
                  </a:moveTo>
                  <a:lnTo>
                    <a:pt x="2841371" y="1150492"/>
                  </a:lnTo>
                  <a:lnTo>
                    <a:pt x="2833497" y="1158239"/>
                  </a:lnTo>
                  <a:lnTo>
                    <a:pt x="2833497" y="1177416"/>
                  </a:lnTo>
                  <a:lnTo>
                    <a:pt x="2841371" y="1185164"/>
                  </a:lnTo>
                  <a:lnTo>
                    <a:pt x="2860548" y="1185164"/>
                  </a:lnTo>
                  <a:lnTo>
                    <a:pt x="2868422" y="1177416"/>
                  </a:lnTo>
                  <a:lnTo>
                    <a:pt x="2868422" y="1158239"/>
                  </a:lnTo>
                  <a:lnTo>
                    <a:pt x="2860548" y="1150492"/>
                  </a:lnTo>
                  <a:close/>
                </a:path>
                <a:path w="6172200" h="1781175">
                  <a:moveTo>
                    <a:pt x="985138" y="1150492"/>
                  </a:moveTo>
                  <a:lnTo>
                    <a:pt x="965835" y="1150492"/>
                  </a:lnTo>
                  <a:lnTo>
                    <a:pt x="958088" y="1158239"/>
                  </a:lnTo>
                  <a:lnTo>
                    <a:pt x="958088" y="1177416"/>
                  </a:lnTo>
                  <a:lnTo>
                    <a:pt x="965835" y="1185164"/>
                  </a:lnTo>
                  <a:lnTo>
                    <a:pt x="985138" y="1185164"/>
                  </a:lnTo>
                  <a:lnTo>
                    <a:pt x="992886" y="1177416"/>
                  </a:lnTo>
                  <a:lnTo>
                    <a:pt x="992886" y="1158239"/>
                  </a:lnTo>
                  <a:lnTo>
                    <a:pt x="985138" y="1150492"/>
                  </a:lnTo>
                  <a:close/>
                </a:path>
                <a:path w="6172200" h="1781175">
                  <a:moveTo>
                    <a:pt x="4776724" y="1144651"/>
                  </a:moveTo>
                  <a:lnTo>
                    <a:pt x="4757420" y="1144651"/>
                  </a:lnTo>
                  <a:lnTo>
                    <a:pt x="4749673" y="1152398"/>
                  </a:lnTo>
                  <a:lnTo>
                    <a:pt x="4749673" y="1171575"/>
                  </a:lnTo>
                  <a:lnTo>
                    <a:pt x="4757420" y="1179449"/>
                  </a:lnTo>
                  <a:lnTo>
                    <a:pt x="4776724" y="1179449"/>
                  </a:lnTo>
                  <a:lnTo>
                    <a:pt x="4784471" y="1171575"/>
                  </a:lnTo>
                  <a:lnTo>
                    <a:pt x="4784471" y="1152398"/>
                  </a:lnTo>
                  <a:lnTo>
                    <a:pt x="4776724" y="1144651"/>
                  </a:lnTo>
                  <a:close/>
                </a:path>
                <a:path w="6172200" h="1781175">
                  <a:moveTo>
                    <a:pt x="4225035" y="1144651"/>
                  </a:moveTo>
                  <a:lnTo>
                    <a:pt x="4205858" y="1144651"/>
                  </a:lnTo>
                  <a:lnTo>
                    <a:pt x="4197984" y="1152398"/>
                  </a:lnTo>
                  <a:lnTo>
                    <a:pt x="4197984" y="1171575"/>
                  </a:lnTo>
                  <a:lnTo>
                    <a:pt x="4205858" y="1179449"/>
                  </a:lnTo>
                  <a:lnTo>
                    <a:pt x="4225035" y="1179449"/>
                  </a:lnTo>
                  <a:lnTo>
                    <a:pt x="4232909" y="1171575"/>
                  </a:lnTo>
                  <a:lnTo>
                    <a:pt x="4232909" y="1152398"/>
                  </a:lnTo>
                  <a:lnTo>
                    <a:pt x="4225035" y="1144651"/>
                  </a:lnTo>
                  <a:close/>
                </a:path>
                <a:path w="6172200" h="1781175">
                  <a:moveTo>
                    <a:pt x="3121786" y="1144651"/>
                  </a:moveTo>
                  <a:lnTo>
                    <a:pt x="3102609" y="1144651"/>
                  </a:lnTo>
                  <a:lnTo>
                    <a:pt x="3094863" y="1152398"/>
                  </a:lnTo>
                  <a:lnTo>
                    <a:pt x="3094863" y="1171575"/>
                  </a:lnTo>
                  <a:lnTo>
                    <a:pt x="3102609" y="1179449"/>
                  </a:lnTo>
                  <a:lnTo>
                    <a:pt x="3121786" y="1179449"/>
                  </a:lnTo>
                  <a:lnTo>
                    <a:pt x="3129660" y="1171575"/>
                  </a:lnTo>
                  <a:lnTo>
                    <a:pt x="3129660" y="1152398"/>
                  </a:lnTo>
                  <a:lnTo>
                    <a:pt x="3121786" y="1144651"/>
                  </a:lnTo>
                  <a:close/>
                </a:path>
                <a:path w="6172200" h="1781175">
                  <a:moveTo>
                    <a:pt x="694816" y="1144651"/>
                  </a:moveTo>
                  <a:lnTo>
                    <a:pt x="675513" y="1144651"/>
                  </a:lnTo>
                  <a:lnTo>
                    <a:pt x="667765" y="1152398"/>
                  </a:lnTo>
                  <a:lnTo>
                    <a:pt x="667765" y="1171575"/>
                  </a:lnTo>
                  <a:lnTo>
                    <a:pt x="675513" y="1179449"/>
                  </a:lnTo>
                  <a:lnTo>
                    <a:pt x="694816" y="1179449"/>
                  </a:lnTo>
                  <a:lnTo>
                    <a:pt x="702563" y="1171575"/>
                  </a:lnTo>
                  <a:lnTo>
                    <a:pt x="702563" y="1152398"/>
                  </a:lnTo>
                  <a:lnTo>
                    <a:pt x="694816" y="1144651"/>
                  </a:lnTo>
                  <a:close/>
                </a:path>
                <a:path w="6172200" h="1781175">
                  <a:moveTo>
                    <a:pt x="4672203" y="1138936"/>
                  </a:moveTo>
                  <a:lnTo>
                    <a:pt x="4652899" y="1138936"/>
                  </a:lnTo>
                  <a:lnTo>
                    <a:pt x="4645152" y="1146683"/>
                  </a:lnTo>
                  <a:lnTo>
                    <a:pt x="4645152" y="1165860"/>
                  </a:lnTo>
                  <a:lnTo>
                    <a:pt x="4652899" y="1173607"/>
                  </a:lnTo>
                  <a:lnTo>
                    <a:pt x="4672203" y="1173607"/>
                  </a:lnTo>
                  <a:lnTo>
                    <a:pt x="4679950" y="1165860"/>
                  </a:lnTo>
                  <a:lnTo>
                    <a:pt x="4679950" y="1146683"/>
                  </a:lnTo>
                  <a:lnTo>
                    <a:pt x="4672203" y="1138936"/>
                  </a:lnTo>
                  <a:close/>
                </a:path>
                <a:path w="6172200" h="1781175">
                  <a:moveTo>
                    <a:pt x="1246377" y="1127252"/>
                  </a:moveTo>
                  <a:lnTo>
                    <a:pt x="1227201" y="1127252"/>
                  </a:lnTo>
                  <a:lnTo>
                    <a:pt x="1219327" y="1135126"/>
                  </a:lnTo>
                  <a:lnTo>
                    <a:pt x="1219327" y="1154302"/>
                  </a:lnTo>
                  <a:lnTo>
                    <a:pt x="1227201" y="1162050"/>
                  </a:lnTo>
                  <a:lnTo>
                    <a:pt x="1246377" y="1162050"/>
                  </a:lnTo>
                  <a:lnTo>
                    <a:pt x="1254125" y="1154302"/>
                  </a:lnTo>
                  <a:lnTo>
                    <a:pt x="1254125" y="1135126"/>
                  </a:lnTo>
                  <a:lnTo>
                    <a:pt x="1246377" y="1127252"/>
                  </a:lnTo>
                  <a:close/>
                </a:path>
                <a:path w="6172200" h="1781175">
                  <a:moveTo>
                    <a:pt x="3371469" y="1121537"/>
                  </a:moveTo>
                  <a:lnTo>
                    <a:pt x="3352292" y="1121537"/>
                  </a:lnTo>
                  <a:lnTo>
                    <a:pt x="3344545" y="1129284"/>
                  </a:lnTo>
                  <a:lnTo>
                    <a:pt x="3344545" y="1148461"/>
                  </a:lnTo>
                  <a:lnTo>
                    <a:pt x="3352292" y="1156208"/>
                  </a:lnTo>
                  <a:lnTo>
                    <a:pt x="3371469" y="1156208"/>
                  </a:lnTo>
                  <a:lnTo>
                    <a:pt x="3379343" y="1148461"/>
                  </a:lnTo>
                  <a:lnTo>
                    <a:pt x="3379343" y="1129284"/>
                  </a:lnTo>
                  <a:lnTo>
                    <a:pt x="3371469" y="1121537"/>
                  </a:lnTo>
                  <a:close/>
                </a:path>
                <a:path w="6172200" h="1781175">
                  <a:moveTo>
                    <a:pt x="2622550" y="1121537"/>
                  </a:moveTo>
                  <a:lnTo>
                    <a:pt x="2603246" y="1121537"/>
                  </a:lnTo>
                  <a:lnTo>
                    <a:pt x="2595499" y="1129284"/>
                  </a:lnTo>
                  <a:lnTo>
                    <a:pt x="2595499" y="1148461"/>
                  </a:lnTo>
                  <a:lnTo>
                    <a:pt x="2603246" y="1156208"/>
                  </a:lnTo>
                  <a:lnTo>
                    <a:pt x="2622550" y="1156208"/>
                  </a:lnTo>
                  <a:lnTo>
                    <a:pt x="2630297" y="1148461"/>
                  </a:lnTo>
                  <a:lnTo>
                    <a:pt x="2630297" y="1129284"/>
                  </a:lnTo>
                  <a:lnTo>
                    <a:pt x="2622550" y="1121537"/>
                  </a:lnTo>
                  <a:close/>
                </a:path>
                <a:path w="6172200" h="1781175">
                  <a:moveTo>
                    <a:pt x="4358640" y="1115695"/>
                  </a:moveTo>
                  <a:lnTo>
                    <a:pt x="4339335" y="1115695"/>
                  </a:lnTo>
                  <a:lnTo>
                    <a:pt x="4331589" y="1123569"/>
                  </a:lnTo>
                  <a:lnTo>
                    <a:pt x="4331589" y="1142746"/>
                  </a:lnTo>
                  <a:lnTo>
                    <a:pt x="4339335" y="1150492"/>
                  </a:lnTo>
                  <a:lnTo>
                    <a:pt x="4358640" y="1150492"/>
                  </a:lnTo>
                  <a:lnTo>
                    <a:pt x="4366386" y="1142746"/>
                  </a:lnTo>
                  <a:lnTo>
                    <a:pt x="4366386" y="1123569"/>
                  </a:lnTo>
                  <a:lnTo>
                    <a:pt x="4358640" y="1115695"/>
                  </a:lnTo>
                  <a:close/>
                </a:path>
                <a:path w="6172200" h="1781175">
                  <a:moveTo>
                    <a:pt x="4068318" y="1115695"/>
                  </a:moveTo>
                  <a:lnTo>
                    <a:pt x="4049014" y="1115695"/>
                  </a:lnTo>
                  <a:lnTo>
                    <a:pt x="4041267" y="1123569"/>
                  </a:lnTo>
                  <a:lnTo>
                    <a:pt x="4041267" y="1142746"/>
                  </a:lnTo>
                  <a:lnTo>
                    <a:pt x="4049014" y="1150492"/>
                  </a:lnTo>
                  <a:lnTo>
                    <a:pt x="4068318" y="1150492"/>
                  </a:lnTo>
                  <a:lnTo>
                    <a:pt x="4076065" y="1142746"/>
                  </a:lnTo>
                  <a:lnTo>
                    <a:pt x="4076065" y="1123569"/>
                  </a:lnTo>
                  <a:lnTo>
                    <a:pt x="4068318" y="1115695"/>
                  </a:lnTo>
                  <a:close/>
                </a:path>
                <a:path w="6172200" h="1781175">
                  <a:moveTo>
                    <a:pt x="2070862" y="1115695"/>
                  </a:moveTo>
                  <a:lnTo>
                    <a:pt x="2051685" y="1115695"/>
                  </a:lnTo>
                  <a:lnTo>
                    <a:pt x="2043811" y="1123569"/>
                  </a:lnTo>
                  <a:lnTo>
                    <a:pt x="2043811" y="1142746"/>
                  </a:lnTo>
                  <a:lnTo>
                    <a:pt x="2051685" y="1150492"/>
                  </a:lnTo>
                  <a:lnTo>
                    <a:pt x="2070862" y="1150492"/>
                  </a:lnTo>
                  <a:lnTo>
                    <a:pt x="2078736" y="1142746"/>
                  </a:lnTo>
                  <a:lnTo>
                    <a:pt x="2078736" y="1123569"/>
                  </a:lnTo>
                  <a:lnTo>
                    <a:pt x="2070862" y="1115695"/>
                  </a:lnTo>
                  <a:close/>
                </a:path>
                <a:path w="6172200" h="1781175">
                  <a:moveTo>
                    <a:pt x="1797939" y="1115695"/>
                  </a:moveTo>
                  <a:lnTo>
                    <a:pt x="1778762" y="1115695"/>
                  </a:lnTo>
                  <a:lnTo>
                    <a:pt x="1770888" y="1123569"/>
                  </a:lnTo>
                  <a:lnTo>
                    <a:pt x="1770888" y="1142746"/>
                  </a:lnTo>
                  <a:lnTo>
                    <a:pt x="1778762" y="1150492"/>
                  </a:lnTo>
                  <a:lnTo>
                    <a:pt x="1797939" y="1150492"/>
                  </a:lnTo>
                  <a:lnTo>
                    <a:pt x="1805813" y="1142746"/>
                  </a:lnTo>
                  <a:lnTo>
                    <a:pt x="1805813" y="1123569"/>
                  </a:lnTo>
                  <a:lnTo>
                    <a:pt x="1797939" y="1115695"/>
                  </a:lnTo>
                  <a:close/>
                </a:path>
                <a:path w="6172200" h="1781175">
                  <a:moveTo>
                    <a:pt x="3237992" y="1109979"/>
                  </a:moveTo>
                  <a:lnTo>
                    <a:pt x="3218688" y="1109979"/>
                  </a:lnTo>
                  <a:lnTo>
                    <a:pt x="3210941" y="1117727"/>
                  </a:lnTo>
                  <a:lnTo>
                    <a:pt x="3210941" y="1136903"/>
                  </a:lnTo>
                  <a:lnTo>
                    <a:pt x="3218688" y="1144651"/>
                  </a:lnTo>
                  <a:lnTo>
                    <a:pt x="3237992" y="1144651"/>
                  </a:lnTo>
                  <a:lnTo>
                    <a:pt x="3245739" y="1136903"/>
                  </a:lnTo>
                  <a:lnTo>
                    <a:pt x="3245739" y="1117727"/>
                  </a:lnTo>
                  <a:lnTo>
                    <a:pt x="3237992" y="1109979"/>
                  </a:lnTo>
                  <a:close/>
                </a:path>
                <a:path w="6172200" h="1781175">
                  <a:moveTo>
                    <a:pt x="2744470" y="1109979"/>
                  </a:moveTo>
                  <a:lnTo>
                    <a:pt x="2725166" y="1109979"/>
                  </a:lnTo>
                  <a:lnTo>
                    <a:pt x="2717419" y="1117727"/>
                  </a:lnTo>
                  <a:lnTo>
                    <a:pt x="2717419" y="1136903"/>
                  </a:lnTo>
                  <a:lnTo>
                    <a:pt x="2725166" y="1144651"/>
                  </a:lnTo>
                  <a:lnTo>
                    <a:pt x="2744470" y="1144651"/>
                  </a:lnTo>
                  <a:lnTo>
                    <a:pt x="2752216" y="1136903"/>
                  </a:lnTo>
                  <a:lnTo>
                    <a:pt x="2752216" y="1117727"/>
                  </a:lnTo>
                  <a:lnTo>
                    <a:pt x="2744470" y="1109979"/>
                  </a:lnTo>
                  <a:close/>
                </a:path>
                <a:path w="6172200" h="1781175">
                  <a:moveTo>
                    <a:pt x="2187066" y="1109979"/>
                  </a:moveTo>
                  <a:lnTo>
                    <a:pt x="2167763" y="1109979"/>
                  </a:lnTo>
                  <a:lnTo>
                    <a:pt x="2160016" y="1117727"/>
                  </a:lnTo>
                  <a:lnTo>
                    <a:pt x="2160016" y="1136903"/>
                  </a:lnTo>
                  <a:lnTo>
                    <a:pt x="2167763" y="1144651"/>
                  </a:lnTo>
                  <a:lnTo>
                    <a:pt x="2187066" y="1144651"/>
                  </a:lnTo>
                  <a:lnTo>
                    <a:pt x="2194814" y="1136903"/>
                  </a:lnTo>
                  <a:lnTo>
                    <a:pt x="2194814" y="1117727"/>
                  </a:lnTo>
                  <a:lnTo>
                    <a:pt x="2187066" y="1109979"/>
                  </a:lnTo>
                  <a:close/>
                </a:path>
                <a:path w="6172200" h="1781175">
                  <a:moveTo>
                    <a:pt x="1937385" y="1104138"/>
                  </a:moveTo>
                  <a:lnTo>
                    <a:pt x="1918080" y="1104138"/>
                  </a:lnTo>
                  <a:lnTo>
                    <a:pt x="1910334" y="1111885"/>
                  </a:lnTo>
                  <a:lnTo>
                    <a:pt x="1910334" y="1131062"/>
                  </a:lnTo>
                  <a:lnTo>
                    <a:pt x="1918080" y="1138936"/>
                  </a:lnTo>
                  <a:lnTo>
                    <a:pt x="1937385" y="1138936"/>
                  </a:lnTo>
                  <a:lnTo>
                    <a:pt x="1945132" y="1131062"/>
                  </a:lnTo>
                  <a:lnTo>
                    <a:pt x="1945132" y="1111885"/>
                  </a:lnTo>
                  <a:lnTo>
                    <a:pt x="1937385" y="1104138"/>
                  </a:lnTo>
                  <a:close/>
                </a:path>
                <a:path w="6172200" h="1781175">
                  <a:moveTo>
                    <a:pt x="1670303" y="1104138"/>
                  </a:moveTo>
                  <a:lnTo>
                    <a:pt x="1651000" y="1104138"/>
                  </a:lnTo>
                  <a:lnTo>
                    <a:pt x="1643252" y="1111885"/>
                  </a:lnTo>
                  <a:lnTo>
                    <a:pt x="1643252" y="1131062"/>
                  </a:lnTo>
                  <a:lnTo>
                    <a:pt x="1651000" y="1138936"/>
                  </a:lnTo>
                  <a:lnTo>
                    <a:pt x="1670303" y="1138936"/>
                  </a:lnTo>
                  <a:lnTo>
                    <a:pt x="1678051" y="1131062"/>
                  </a:lnTo>
                  <a:lnTo>
                    <a:pt x="1678051" y="1111885"/>
                  </a:lnTo>
                  <a:lnTo>
                    <a:pt x="1670303" y="1104138"/>
                  </a:lnTo>
                  <a:close/>
                </a:path>
                <a:path w="6172200" h="1781175">
                  <a:moveTo>
                    <a:pt x="1101216" y="1104138"/>
                  </a:moveTo>
                  <a:lnTo>
                    <a:pt x="1082039" y="1104138"/>
                  </a:lnTo>
                  <a:lnTo>
                    <a:pt x="1074165" y="1111885"/>
                  </a:lnTo>
                  <a:lnTo>
                    <a:pt x="1074165" y="1131062"/>
                  </a:lnTo>
                  <a:lnTo>
                    <a:pt x="1082039" y="1138936"/>
                  </a:lnTo>
                  <a:lnTo>
                    <a:pt x="1101216" y="1138936"/>
                  </a:lnTo>
                  <a:lnTo>
                    <a:pt x="1108964" y="1131062"/>
                  </a:lnTo>
                  <a:lnTo>
                    <a:pt x="1108964" y="1111885"/>
                  </a:lnTo>
                  <a:lnTo>
                    <a:pt x="1101216" y="1104138"/>
                  </a:lnTo>
                  <a:close/>
                </a:path>
                <a:path w="6172200" h="1781175">
                  <a:moveTo>
                    <a:pt x="491489" y="1098423"/>
                  </a:moveTo>
                  <a:lnTo>
                    <a:pt x="472313" y="1098423"/>
                  </a:lnTo>
                  <a:lnTo>
                    <a:pt x="464565" y="1106170"/>
                  </a:lnTo>
                  <a:lnTo>
                    <a:pt x="464565" y="1125347"/>
                  </a:lnTo>
                  <a:lnTo>
                    <a:pt x="472313" y="1133094"/>
                  </a:lnTo>
                  <a:lnTo>
                    <a:pt x="491489" y="1133094"/>
                  </a:lnTo>
                  <a:lnTo>
                    <a:pt x="499363" y="1125347"/>
                  </a:lnTo>
                  <a:lnTo>
                    <a:pt x="499363" y="1106170"/>
                  </a:lnTo>
                  <a:lnTo>
                    <a:pt x="491489" y="1098423"/>
                  </a:lnTo>
                  <a:close/>
                </a:path>
                <a:path w="6172200" h="1781175">
                  <a:moveTo>
                    <a:pt x="3592195" y="1092580"/>
                  </a:moveTo>
                  <a:lnTo>
                    <a:pt x="3572891" y="1092580"/>
                  </a:lnTo>
                  <a:lnTo>
                    <a:pt x="3565144" y="1100327"/>
                  </a:lnTo>
                  <a:lnTo>
                    <a:pt x="3565144" y="1119504"/>
                  </a:lnTo>
                  <a:lnTo>
                    <a:pt x="3572891" y="1127252"/>
                  </a:lnTo>
                  <a:lnTo>
                    <a:pt x="3592195" y="1127252"/>
                  </a:lnTo>
                  <a:lnTo>
                    <a:pt x="3599942" y="1119504"/>
                  </a:lnTo>
                  <a:lnTo>
                    <a:pt x="3599942" y="1100327"/>
                  </a:lnTo>
                  <a:lnTo>
                    <a:pt x="3592195" y="1092580"/>
                  </a:lnTo>
                  <a:close/>
                </a:path>
                <a:path w="6172200" h="1781175">
                  <a:moveTo>
                    <a:pt x="781812" y="1092580"/>
                  </a:moveTo>
                  <a:lnTo>
                    <a:pt x="762635" y="1092580"/>
                  </a:lnTo>
                  <a:lnTo>
                    <a:pt x="754888" y="1100327"/>
                  </a:lnTo>
                  <a:lnTo>
                    <a:pt x="754888" y="1119504"/>
                  </a:lnTo>
                  <a:lnTo>
                    <a:pt x="762635" y="1127252"/>
                  </a:lnTo>
                  <a:lnTo>
                    <a:pt x="781812" y="1127252"/>
                  </a:lnTo>
                  <a:lnTo>
                    <a:pt x="789686" y="1119504"/>
                  </a:lnTo>
                  <a:lnTo>
                    <a:pt x="789686" y="1100327"/>
                  </a:lnTo>
                  <a:lnTo>
                    <a:pt x="781812" y="1092580"/>
                  </a:lnTo>
                  <a:close/>
                </a:path>
                <a:path w="6172200" h="1781175">
                  <a:moveTo>
                    <a:pt x="381253" y="1092580"/>
                  </a:moveTo>
                  <a:lnTo>
                    <a:pt x="361950" y="1092580"/>
                  </a:lnTo>
                  <a:lnTo>
                    <a:pt x="354202" y="1100327"/>
                  </a:lnTo>
                  <a:lnTo>
                    <a:pt x="354202" y="1119504"/>
                  </a:lnTo>
                  <a:lnTo>
                    <a:pt x="361950" y="1127252"/>
                  </a:lnTo>
                  <a:lnTo>
                    <a:pt x="381253" y="1127252"/>
                  </a:lnTo>
                  <a:lnTo>
                    <a:pt x="389000" y="1119504"/>
                  </a:lnTo>
                  <a:lnTo>
                    <a:pt x="389000" y="1100327"/>
                  </a:lnTo>
                  <a:lnTo>
                    <a:pt x="381253" y="1092580"/>
                  </a:lnTo>
                  <a:close/>
                </a:path>
                <a:path w="6172200" h="1781175">
                  <a:moveTo>
                    <a:pt x="3812794" y="1086865"/>
                  </a:moveTo>
                  <a:lnTo>
                    <a:pt x="3793617" y="1086865"/>
                  </a:lnTo>
                  <a:lnTo>
                    <a:pt x="3785743" y="1094613"/>
                  </a:lnTo>
                  <a:lnTo>
                    <a:pt x="3785743" y="1113789"/>
                  </a:lnTo>
                  <a:lnTo>
                    <a:pt x="3793617" y="1121537"/>
                  </a:lnTo>
                  <a:lnTo>
                    <a:pt x="3812794" y="1121537"/>
                  </a:lnTo>
                  <a:lnTo>
                    <a:pt x="3820668" y="1113789"/>
                  </a:lnTo>
                  <a:lnTo>
                    <a:pt x="3820668" y="1094613"/>
                  </a:lnTo>
                  <a:lnTo>
                    <a:pt x="3812794" y="1086865"/>
                  </a:lnTo>
                  <a:close/>
                </a:path>
                <a:path w="6172200" h="1781175">
                  <a:moveTo>
                    <a:pt x="1472819" y="1086865"/>
                  </a:moveTo>
                  <a:lnTo>
                    <a:pt x="1453641" y="1086865"/>
                  </a:lnTo>
                  <a:lnTo>
                    <a:pt x="1445767" y="1094613"/>
                  </a:lnTo>
                  <a:lnTo>
                    <a:pt x="1445767" y="1113789"/>
                  </a:lnTo>
                  <a:lnTo>
                    <a:pt x="1453641" y="1121537"/>
                  </a:lnTo>
                  <a:lnTo>
                    <a:pt x="1472819" y="1121537"/>
                  </a:lnTo>
                  <a:lnTo>
                    <a:pt x="1480692" y="1113789"/>
                  </a:lnTo>
                  <a:lnTo>
                    <a:pt x="1480692" y="1094613"/>
                  </a:lnTo>
                  <a:lnTo>
                    <a:pt x="1472819" y="1086865"/>
                  </a:lnTo>
                  <a:close/>
                </a:path>
                <a:path w="6172200" h="1781175">
                  <a:moveTo>
                    <a:pt x="4503801" y="1081024"/>
                  </a:moveTo>
                  <a:lnTo>
                    <a:pt x="4484497" y="1081024"/>
                  </a:lnTo>
                  <a:lnTo>
                    <a:pt x="4476750" y="1088771"/>
                  </a:lnTo>
                  <a:lnTo>
                    <a:pt x="4476750" y="1107948"/>
                  </a:lnTo>
                  <a:lnTo>
                    <a:pt x="4484497" y="1115695"/>
                  </a:lnTo>
                  <a:lnTo>
                    <a:pt x="4503801" y="1115695"/>
                  </a:lnTo>
                  <a:lnTo>
                    <a:pt x="4511548" y="1107948"/>
                  </a:lnTo>
                  <a:lnTo>
                    <a:pt x="4511548" y="1088771"/>
                  </a:lnTo>
                  <a:lnTo>
                    <a:pt x="4503801" y="1081024"/>
                  </a:lnTo>
                  <a:close/>
                </a:path>
                <a:path w="6172200" h="1781175">
                  <a:moveTo>
                    <a:pt x="3946398" y="1081024"/>
                  </a:moveTo>
                  <a:lnTo>
                    <a:pt x="3927094" y="1081024"/>
                  </a:lnTo>
                  <a:lnTo>
                    <a:pt x="3919347" y="1088771"/>
                  </a:lnTo>
                  <a:lnTo>
                    <a:pt x="3919347" y="1107948"/>
                  </a:lnTo>
                  <a:lnTo>
                    <a:pt x="3927094" y="1115695"/>
                  </a:lnTo>
                  <a:lnTo>
                    <a:pt x="3946398" y="1115695"/>
                  </a:lnTo>
                  <a:lnTo>
                    <a:pt x="3954145" y="1107948"/>
                  </a:lnTo>
                  <a:lnTo>
                    <a:pt x="3954145" y="1088771"/>
                  </a:lnTo>
                  <a:lnTo>
                    <a:pt x="3946398" y="1081024"/>
                  </a:lnTo>
                  <a:close/>
                </a:path>
                <a:path w="6172200" h="1781175">
                  <a:moveTo>
                    <a:pt x="2401824" y="1081024"/>
                  </a:moveTo>
                  <a:lnTo>
                    <a:pt x="2382647" y="1081024"/>
                  </a:lnTo>
                  <a:lnTo>
                    <a:pt x="2374773" y="1088771"/>
                  </a:lnTo>
                  <a:lnTo>
                    <a:pt x="2374773" y="1107948"/>
                  </a:lnTo>
                  <a:lnTo>
                    <a:pt x="2382647" y="1115695"/>
                  </a:lnTo>
                  <a:lnTo>
                    <a:pt x="2401824" y="1115695"/>
                  </a:lnTo>
                  <a:lnTo>
                    <a:pt x="2409698" y="1107948"/>
                  </a:lnTo>
                  <a:lnTo>
                    <a:pt x="2409698" y="1088771"/>
                  </a:lnTo>
                  <a:lnTo>
                    <a:pt x="2401824" y="1081024"/>
                  </a:lnTo>
                  <a:close/>
                </a:path>
                <a:path w="6172200" h="1781175">
                  <a:moveTo>
                    <a:pt x="1356740" y="1081024"/>
                  </a:moveTo>
                  <a:lnTo>
                    <a:pt x="1337437" y="1081024"/>
                  </a:lnTo>
                  <a:lnTo>
                    <a:pt x="1329689" y="1088771"/>
                  </a:lnTo>
                  <a:lnTo>
                    <a:pt x="1329689" y="1107948"/>
                  </a:lnTo>
                  <a:lnTo>
                    <a:pt x="1337437" y="1115695"/>
                  </a:lnTo>
                  <a:lnTo>
                    <a:pt x="1356740" y="1115695"/>
                  </a:lnTo>
                  <a:lnTo>
                    <a:pt x="1364488" y="1107948"/>
                  </a:lnTo>
                  <a:lnTo>
                    <a:pt x="1364488" y="1088771"/>
                  </a:lnTo>
                  <a:lnTo>
                    <a:pt x="1356740" y="1081024"/>
                  </a:lnTo>
                  <a:close/>
                </a:path>
                <a:path w="6172200" h="1781175">
                  <a:moveTo>
                    <a:pt x="2965069" y="1075182"/>
                  </a:moveTo>
                  <a:lnTo>
                    <a:pt x="2945891" y="1075182"/>
                  </a:lnTo>
                  <a:lnTo>
                    <a:pt x="2938017" y="1083055"/>
                  </a:lnTo>
                  <a:lnTo>
                    <a:pt x="2938017" y="1102233"/>
                  </a:lnTo>
                  <a:lnTo>
                    <a:pt x="2945891" y="1109979"/>
                  </a:lnTo>
                  <a:lnTo>
                    <a:pt x="2965069" y="1109979"/>
                  </a:lnTo>
                  <a:lnTo>
                    <a:pt x="2972816" y="1102233"/>
                  </a:lnTo>
                  <a:lnTo>
                    <a:pt x="2972816" y="1083055"/>
                  </a:lnTo>
                  <a:lnTo>
                    <a:pt x="2965069" y="1075182"/>
                  </a:lnTo>
                  <a:close/>
                </a:path>
                <a:path w="6172200" h="1781175">
                  <a:moveTo>
                    <a:pt x="4648961" y="1052067"/>
                  </a:moveTo>
                  <a:lnTo>
                    <a:pt x="4629658" y="1052067"/>
                  </a:lnTo>
                  <a:lnTo>
                    <a:pt x="4621910" y="1059814"/>
                  </a:lnTo>
                  <a:lnTo>
                    <a:pt x="4621910" y="1078991"/>
                  </a:lnTo>
                  <a:lnTo>
                    <a:pt x="4629658" y="1086865"/>
                  </a:lnTo>
                  <a:lnTo>
                    <a:pt x="4648961" y="1086865"/>
                  </a:lnTo>
                  <a:lnTo>
                    <a:pt x="4656708" y="1078991"/>
                  </a:lnTo>
                  <a:lnTo>
                    <a:pt x="4656708" y="1059814"/>
                  </a:lnTo>
                  <a:lnTo>
                    <a:pt x="4648961" y="1052067"/>
                  </a:lnTo>
                  <a:close/>
                </a:path>
                <a:path w="6172200" h="1781175">
                  <a:moveTo>
                    <a:pt x="2279904" y="1052067"/>
                  </a:moveTo>
                  <a:lnTo>
                    <a:pt x="2260727" y="1052067"/>
                  </a:lnTo>
                  <a:lnTo>
                    <a:pt x="2252853" y="1059814"/>
                  </a:lnTo>
                  <a:lnTo>
                    <a:pt x="2252853" y="1078991"/>
                  </a:lnTo>
                  <a:lnTo>
                    <a:pt x="2260727" y="1086865"/>
                  </a:lnTo>
                  <a:lnTo>
                    <a:pt x="2279904" y="1086865"/>
                  </a:lnTo>
                  <a:lnTo>
                    <a:pt x="2287778" y="1078991"/>
                  </a:lnTo>
                  <a:lnTo>
                    <a:pt x="2287778" y="1059814"/>
                  </a:lnTo>
                  <a:lnTo>
                    <a:pt x="2279904" y="1052067"/>
                  </a:lnTo>
                  <a:close/>
                </a:path>
                <a:path w="6172200" h="1781175">
                  <a:moveTo>
                    <a:pt x="909574" y="1052067"/>
                  </a:moveTo>
                  <a:lnTo>
                    <a:pt x="890397" y="1052067"/>
                  </a:lnTo>
                  <a:lnTo>
                    <a:pt x="882523" y="1059814"/>
                  </a:lnTo>
                  <a:lnTo>
                    <a:pt x="882523" y="1078991"/>
                  </a:lnTo>
                  <a:lnTo>
                    <a:pt x="890397" y="1086865"/>
                  </a:lnTo>
                  <a:lnTo>
                    <a:pt x="909574" y="1086865"/>
                  </a:lnTo>
                  <a:lnTo>
                    <a:pt x="917448" y="1078991"/>
                  </a:lnTo>
                  <a:lnTo>
                    <a:pt x="917448" y="1059814"/>
                  </a:lnTo>
                  <a:lnTo>
                    <a:pt x="909574" y="1052067"/>
                  </a:lnTo>
                  <a:close/>
                </a:path>
                <a:path w="6172200" h="1781175">
                  <a:moveTo>
                    <a:pt x="4828921" y="1046352"/>
                  </a:moveTo>
                  <a:lnTo>
                    <a:pt x="4809744" y="1046352"/>
                  </a:lnTo>
                  <a:lnTo>
                    <a:pt x="4801870" y="1054100"/>
                  </a:lnTo>
                  <a:lnTo>
                    <a:pt x="4801870" y="1073277"/>
                  </a:lnTo>
                  <a:lnTo>
                    <a:pt x="4809744" y="1081024"/>
                  </a:lnTo>
                  <a:lnTo>
                    <a:pt x="4828921" y="1081024"/>
                  </a:lnTo>
                  <a:lnTo>
                    <a:pt x="4836668" y="1073277"/>
                  </a:lnTo>
                  <a:lnTo>
                    <a:pt x="4836668" y="1054100"/>
                  </a:lnTo>
                  <a:lnTo>
                    <a:pt x="4828921" y="1046352"/>
                  </a:lnTo>
                  <a:close/>
                </a:path>
                <a:path w="6172200" h="1781175">
                  <a:moveTo>
                    <a:pt x="3696716" y="1046352"/>
                  </a:moveTo>
                  <a:lnTo>
                    <a:pt x="3677411" y="1046352"/>
                  </a:lnTo>
                  <a:lnTo>
                    <a:pt x="3669665" y="1054100"/>
                  </a:lnTo>
                  <a:lnTo>
                    <a:pt x="3669665" y="1073277"/>
                  </a:lnTo>
                  <a:lnTo>
                    <a:pt x="3677411" y="1081024"/>
                  </a:lnTo>
                  <a:lnTo>
                    <a:pt x="3696716" y="1081024"/>
                  </a:lnTo>
                  <a:lnTo>
                    <a:pt x="3704463" y="1073277"/>
                  </a:lnTo>
                  <a:lnTo>
                    <a:pt x="3704463" y="1054100"/>
                  </a:lnTo>
                  <a:lnTo>
                    <a:pt x="3696716" y="1046352"/>
                  </a:lnTo>
                  <a:close/>
                </a:path>
                <a:path w="6172200" h="1781175">
                  <a:moveTo>
                    <a:pt x="3475990" y="1046352"/>
                  </a:moveTo>
                  <a:lnTo>
                    <a:pt x="3456813" y="1046352"/>
                  </a:lnTo>
                  <a:lnTo>
                    <a:pt x="3448939" y="1054100"/>
                  </a:lnTo>
                  <a:lnTo>
                    <a:pt x="3448939" y="1073277"/>
                  </a:lnTo>
                  <a:lnTo>
                    <a:pt x="3456813" y="1081024"/>
                  </a:lnTo>
                  <a:lnTo>
                    <a:pt x="3475990" y="1081024"/>
                  </a:lnTo>
                  <a:lnTo>
                    <a:pt x="3483864" y="1073277"/>
                  </a:lnTo>
                  <a:lnTo>
                    <a:pt x="3483864" y="1054100"/>
                  </a:lnTo>
                  <a:lnTo>
                    <a:pt x="3475990" y="1046352"/>
                  </a:lnTo>
                  <a:close/>
                </a:path>
                <a:path w="6172200" h="1781175">
                  <a:moveTo>
                    <a:pt x="3069590" y="1046352"/>
                  </a:moveTo>
                  <a:lnTo>
                    <a:pt x="3050413" y="1046352"/>
                  </a:lnTo>
                  <a:lnTo>
                    <a:pt x="3042539" y="1054100"/>
                  </a:lnTo>
                  <a:lnTo>
                    <a:pt x="3042539" y="1073277"/>
                  </a:lnTo>
                  <a:lnTo>
                    <a:pt x="3050413" y="1081024"/>
                  </a:lnTo>
                  <a:lnTo>
                    <a:pt x="3069590" y="1081024"/>
                  </a:lnTo>
                  <a:lnTo>
                    <a:pt x="3077336" y="1073277"/>
                  </a:lnTo>
                  <a:lnTo>
                    <a:pt x="3077336" y="1054100"/>
                  </a:lnTo>
                  <a:lnTo>
                    <a:pt x="3069590" y="1046352"/>
                  </a:lnTo>
                  <a:close/>
                </a:path>
                <a:path w="6172200" h="1781175">
                  <a:moveTo>
                    <a:pt x="2518029" y="1046352"/>
                  </a:moveTo>
                  <a:lnTo>
                    <a:pt x="2498725" y="1046352"/>
                  </a:lnTo>
                  <a:lnTo>
                    <a:pt x="2490978" y="1054100"/>
                  </a:lnTo>
                  <a:lnTo>
                    <a:pt x="2490978" y="1073277"/>
                  </a:lnTo>
                  <a:lnTo>
                    <a:pt x="2498725" y="1081024"/>
                  </a:lnTo>
                  <a:lnTo>
                    <a:pt x="2518029" y="1081024"/>
                  </a:lnTo>
                  <a:lnTo>
                    <a:pt x="2525776" y="1073277"/>
                  </a:lnTo>
                  <a:lnTo>
                    <a:pt x="2525776" y="1054100"/>
                  </a:lnTo>
                  <a:lnTo>
                    <a:pt x="2518029" y="1046352"/>
                  </a:lnTo>
                  <a:close/>
                </a:path>
                <a:path w="6172200" h="1781175">
                  <a:moveTo>
                    <a:pt x="1583182" y="1034669"/>
                  </a:moveTo>
                  <a:lnTo>
                    <a:pt x="1563877" y="1034669"/>
                  </a:lnTo>
                  <a:lnTo>
                    <a:pt x="1556130" y="1042542"/>
                  </a:lnTo>
                  <a:lnTo>
                    <a:pt x="1556130" y="1061720"/>
                  </a:lnTo>
                  <a:lnTo>
                    <a:pt x="1563877" y="1069466"/>
                  </a:lnTo>
                  <a:lnTo>
                    <a:pt x="1583182" y="1069466"/>
                  </a:lnTo>
                  <a:lnTo>
                    <a:pt x="1590928" y="1061720"/>
                  </a:lnTo>
                  <a:lnTo>
                    <a:pt x="1590928" y="1042542"/>
                  </a:lnTo>
                  <a:lnTo>
                    <a:pt x="1583182" y="1034669"/>
                  </a:lnTo>
                  <a:close/>
                </a:path>
                <a:path w="6172200" h="1781175">
                  <a:moveTo>
                    <a:pt x="630936" y="1034669"/>
                  </a:moveTo>
                  <a:lnTo>
                    <a:pt x="611632" y="1034669"/>
                  </a:lnTo>
                  <a:lnTo>
                    <a:pt x="603885" y="1042542"/>
                  </a:lnTo>
                  <a:lnTo>
                    <a:pt x="603885" y="1061720"/>
                  </a:lnTo>
                  <a:lnTo>
                    <a:pt x="611632" y="1069466"/>
                  </a:lnTo>
                  <a:lnTo>
                    <a:pt x="630936" y="1069466"/>
                  </a:lnTo>
                  <a:lnTo>
                    <a:pt x="638683" y="1061720"/>
                  </a:lnTo>
                  <a:lnTo>
                    <a:pt x="638683" y="1042542"/>
                  </a:lnTo>
                  <a:lnTo>
                    <a:pt x="630936" y="1034669"/>
                  </a:lnTo>
                  <a:close/>
                </a:path>
                <a:path w="6172200" h="1781175">
                  <a:moveTo>
                    <a:pt x="2837307" y="1028953"/>
                  </a:moveTo>
                  <a:lnTo>
                    <a:pt x="2818129" y="1028953"/>
                  </a:lnTo>
                  <a:lnTo>
                    <a:pt x="2810255" y="1036701"/>
                  </a:lnTo>
                  <a:lnTo>
                    <a:pt x="2810255" y="1055877"/>
                  </a:lnTo>
                  <a:lnTo>
                    <a:pt x="2818129" y="1063625"/>
                  </a:lnTo>
                  <a:lnTo>
                    <a:pt x="2837307" y="1063625"/>
                  </a:lnTo>
                  <a:lnTo>
                    <a:pt x="2845180" y="1055877"/>
                  </a:lnTo>
                  <a:lnTo>
                    <a:pt x="2845180" y="1036701"/>
                  </a:lnTo>
                  <a:lnTo>
                    <a:pt x="2837307" y="1028953"/>
                  </a:lnTo>
                  <a:close/>
                </a:path>
                <a:path w="6172200" h="1781175">
                  <a:moveTo>
                    <a:pt x="3319272" y="1023112"/>
                  </a:moveTo>
                  <a:lnTo>
                    <a:pt x="3299968" y="1023112"/>
                  </a:lnTo>
                  <a:lnTo>
                    <a:pt x="3292221" y="1030986"/>
                  </a:lnTo>
                  <a:lnTo>
                    <a:pt x="3292221" y="1050163"/>
                  </a:lnTo>
                  <a:lnTo>
                    <a:pt x="3299968" y="1057910"/>
                  </a:lnTo>
                  <a:lnTo>
                    <a:pt x="3319272" y="1057910"/>
                  </a:lnTo>
                  <a:lnTo>
                    <a:pt x="3327019" y="1050163"/>
                  </a:lnTo>
                  <a:lnTo>
                    <a:pt x="3327019" y="1030986"/>
                  </a:lnTo>
                  <a:lnTo>
                    <a:pt x="3319272" y="1023112"/>
                  </a:lnTo>
                  <a:close/>
                </a:path>
                <a:path w="6172200" h="1781175">
                  <a:moveTo>
                    <a:pt x="1217295" y="1023112"/>
                  </a:moveTo>
                  <a:lnTo>
                    <a:pt x="1198117" y="1023112"/>
                  </a:lnTo>
                  <a:lnTo>
                    <a:pt x="1190371" y="1030986"/>
                  </a:lnTo>
                  <a:lnTo>
                    <a:pt x="1190371" y="1050163"/>
                  </a:lnTo>
                  <a:lnTo>
                    <a:pt x="1198117" y="1057910"/>
                  </a:lnTo>
                  <a:lnTo>
                    <a:pt x="1217295" y="1057910"/>
                  </a:lnTo>
                  <a:lnTo>
                    <a:pt x="1225169" y="1050163"/>
                  </a:lnTo>
                  <a:lnTo>
                    <a:pt x="1225169" y="1030986"/>
                  </a:lnTo>
                  <a:lnTo>
                    <a:pt x="1217295" y="1023112"/>
                  </a:lnTo>
                  <a:close/>
                </a:path>
                <a:path w="6172200" h="1781175">
                  <a:moveTo>
                    <a:pt x="1049020" y="1023112"/>
                  </a:moveTo>
                  <a:lnTo>
                    <a:pt x="1029715" y="1023112"/>
                  </a:lnTo>
                  <a:lnTo>
                    <a:pt x="1021969" y="1030986"/>
                  </a:lnTo>
                  <a:lnTo>
                    <a:pt x="1021969" y="1050163"/>
                  </a:lnTo>
                  <a:lnTo>
                    <a:pt x="1029715" y="1057910"/>
                  </a:lnTo>
                  <a:lnTo>
                    <a:pt x="1049020" y="1057910"/>
                  </a:lnTo>
                  <a:lnTo>
                    <a:pt x="1056766" y="1050163"/>
                  </a:lnTo>
                  <a:lnTo>
                    <a:pt x="1056766" y="1030986"/>
                  </a:lnTo>
                  <a:lnTo>
                    <a:pt x="1049020" y="1023112"/>
                  </a:lnTo>
                  <a:close/>
                </a:path>
                <a:path w="6172200" h="1781175">
                  <a:moveTo>
                    <a:pt x="1873503" y="1017397"/>
                  </a:moveTo>
                  <a:lnTo>
                    <a:pt x="1854200" y="1017397"/>
                  </a:lnTo>
                  <a:lnTo>
                    <a:pt x="1846452" y="1025144"/>
                  </a:lnTo>
                  <a:lnTo>
                    <a:pt x="1846452" y="1044321"/>
                  </a:lnTo>
                  <a:lnTo>
                    <a:pt x="1854200" y="1052067"/>
                  </a:lnTo>
                  <a:lnTo>
                    <a:pt x="1873503" y="1052067"/>
                  </a:lnTo>
                  <a:lnTo>
                    <a:pt x="1881251" y="1044321"/>
                  </a:lnTo>
                  <a:lnTo>
                    <a:pt x="1881251" y="1025144"/>
                  </a:lnTo>
                  <a:lnTo>
                    <a:pt x="1873503" y="1017397"/>
                  </a:lnTo>
                  <a:close/>
                </a:path>
                <a:path w="6172200" h="1781175">
                  <a:moveTo>
                    <a:pt x="2628265" y="1005839"/>
                  </a:moveTo>
                  <a:lnTo>
                    <a:pt x="2609088" y="1005839"/>
                  </a:lnTo>
                  <a:lnTo>
                    <a:pt x="2601214" y="1013587"/>
                  </a:lnTo>
                  <a:lnTo>
                    <a:pt x="2601214" y="1032763"/>
                  </a:lnTo>
                  <a:lnTo>
                    <a:pt x="2609088" y="1040511"/>
                  </a:lnTo>
                  <a:lnTo>
                    <a:pt x="2628265" y="1040511"/>
                  </a:lnTo>
                  <a:lnTo>
                    <a:pt x="2636139" y="1032763"/>
                  </a:lnTo>
                  <a:lnTo>
                    <a:pt x="2636139" y="1013587"/>
                  </a:lnTo>
                  <a:lnTo>
                    <a:pt x="2628265" y="1005839"/>
                  </a:lnTo>
                  <a:close/>
                </a:path>
                <a:path w="6172200" h="1781175">
                  <a:moveTo>
                    <a:pt x="1734058" y="1005839"/>
                  </a:moveTo>
                  <a:lnTo>
                    <a:pt x="1714880" y="1005839"/>
                  </a:lnTo>
                  <a:lnTo>
                    <a:pt x="1707134" y="1013587"/>
                  </a:lnTo>
                  <a:lnTo>
                    <a:pt x="1707134" y="1032763"/>
                  </a:lnTo>
                  <a:lnTo>
                    <a:pt x="1714880" y="1040511"/>
                  </a:lnTo>
                  <a:lnTo>
                    <a:pt x="1734058" y="1040511"/>
                  </a:lnTo>
                  <a:lnTo>
                    <a:pt x="1741932" y="1032763"/>
                  </a:lnTo>
                  <a:lnTo>
                    <a:pt x="1741932" y="1013587"/>
                  </a:lnTo>
                  <a:lnTo>
                    <a:pt x="1734058" y="1005839"/>
                  </a:lnTo>
                  <a:close/>
                </a:path>
                <a:path w="6172200" h="1781175">
                  <a:moveTo>
                    <a:pt x="3191509" y="999998"/>
                  </a:moveTo>
                  <a:lnTo>
                    <a:pt x="3172332" y="999998"/>
                  </a:lnTo>
                  <a:lnTo>
                    <a:pt x="3164458" y="1007745"/>
                  </a:lnTo>
                  <a:lnTo>
                    <a:pt x="3164458" y="1026922"/>
                  </a:lnTo>
                  <a:lnTo>
                    <a:pt x="3172332" y="1034669"/>
                  </a:lnTo>
                  <a:lnTo>
                    <a:pt x="3191509" y="1034669"/>
                  </a:lnTo>
                  <a:lnTo>
                    <a:pt x="3199383" y="1026922"/>
                  </a:lnTo>
                  <a:lnTo>
                    <a:pt x="3199383" y="1007745"/>
                  </a:lnTo>
                  <a:lnTo>
                    <a:pt x="3191509" y="999998"/>
                  </a:lnTo>
                  <a:close/>
                </a:path>
                <a:path w="6172200" h="1781175">
                  <a:moveTo>
                    <a:pt x="2134742" y="999998"/>
                  </a:moveTo>
                  <a:lnTo>
                    <a:pt x="2115566" y="999998"/>
                  </a:lnTo>
                  <a:lnTo>
                    <a:pt x="2107691" y="1007745"/>
                  </a:lnTo>
                  <a:lnTo>
                    <a:pt x="2107691" y="1026922"/>
                  </a:lnTo>
                  <a:lnTo>
                    <a:pt x="2115566" y="1034669"/>
                  </a:lnTo>
                  <a:lnTo>
                    <a:pt x="2134742" y="1034669"/>
                  </a:lnTo>
                  <a:lnTo>
                    <a:pt x="2142616" y="1026922"/>
                  </a:lnTo>
                  <a:lnTo>
                    <a:pt x="2142616" y="1007745"/>
                  </a:lnTo>
                  <a:lnTo>
                    <a:pt x="2134742" y="999998"/>
                  </a:lnTo>
                  <a:close/>
                </a:path>
                <a:path w="6172200" h="1781175">
                  <a:moveTo>
                    <a:pt x="2018664" y="994283"/>
                  </a:moveTo>
                  <a:lnTo>
                    <a:pt x="1999361" y="994283"/>
                  </a:lnTo>
                  <a:lnTo>
                    <a:pt x="1991614" y="1002029"/>
                  </a:lnTo>
                  <a:lnTo>
                    <a:pt x="1991614" y="1021207"/>
                  </a:lnTo>
                  <a:lnTo>
                    <a:pt x="1999361" y="1028953"/>
                  </a:lnTo>
                  <a:lnTo>
                    <a:pt x="2018664" y="1028953"/>
                  </a:lnTo>
                  <a:lnTo>
                    <a:pt x="2026412" y="1021207"/>
                  </a:lnTo>
                  <a:lnTo>
                    <a:pt x="2026412" y="1002029"/>
                  </a:lnTo>
                  <a:lnTo>
                    <a:pt x="2018664" y="994283"/>
                  </a:lnTo>
                  <a:close/>
                </a:path>
                <a:path w="6172200" h="1781175">
                  <a:moveTo>
                    <a:pt x="3859276" y="988440"/>
                  </a:moveTo>
                  <a:lnTo>
                    <a:pt x="3839972" y="988440"/>
                  </a:lnTo>
                  <a:lnTo>
                    <a:pt x="3832225" y="996188"/>
                  </a:lnTo>
                  <a:lnTo>
                    <a:pt x="3832225" y="1015364"/>
                  </a:lnTo>
                  <a:lnTo>
                    <a:pt x="3839972" y="1023112"/>
                  </a:lnTo>
                  <a:lnTo>
                    <a:pt x="3859276" y="1023112"/>
                  </a:lnTo>
                  <a:lnTo>
                    <a:pt x="3867023" y="1015364"/>
                  </a:lnTo>
                  <a:lnTo>
                    <a:pt x="3867023" y="996188"/>
                  </a:lnTo>
                  <a:lnTo>
                    <a:pt x="3859276" y="988440"/>
                  </a:lnTo>
                  <a:close/>
                </a:path>
                <a:path w="6172200" h="1781175">
                  <a:moveTo>
                    <a:pt x="796036" y="982599"/>
                  </a:moveTo>
                  <a:lnTo>
                    <a:pt x="783209" y="982599"/>
                  </a:lnTo>
                  <a:lnTo>
                    <a:pt x="778001" y="987805"/>
                  </a:lnTo>
                  <a:lnTo>
                    <a:pt x="778001" y="1000633"/>
                  </a:lnTo>
                  <a:lnTo>
                    <a:pt x="783209" y="1005839"/>
                  </a:lnTo>
                  <a:lnTo>
                    <a:pt x="796036" y="1005839"/>
                  </a:lnTo>
                  <a:lnTo>
                    <a:pt x="801242" y="1000633"/>
                  </a:lnTo>
                  <a:lnTo>
                    <a:pt x="801242" y="987805"/>
                  </a:lnTo>
                  <a:lnTo>
                    <a:pt x="796036" y="982599"/>
                  </a:lnTo>
                  <a:close/>
                </a:path>
                <a:path w="6172200" h="1781175">
                  <a:moveTo>
                    <a:pt x="2732786" y="976884"/>
                  </a:moveTo>
                  <a:lnTo>
                    <a:pt x="2713609" y="976884"/>
                  </a:lnTo>
                  <a:lnTo>
                    <a:pt x="2705735" y="984630"/>
                  </a:lnTo>
                  <a:lnTo>
                    <a:pt x="2705735" y="1003808"/>
                  </a:lnTo>
                  <a:lnTo>
                    <a:pt x="2713609" y="1011554"/>
                  </a:lnTo>
                  <a:lnTo>
                    <a:pt x="2732786" y="1011554"/>
                  </a:lnTo>
                  <a:lnTo>
                    <a:pt x="2740660" y="1003808"/>
                  </a:lnTo>
                  <a:lnTo>
                    <a:pt x="2740660" y="984630"/>
                  </a:lnTo>
                  <a:lnTo>
                    <a:pt x="2732786" y="976884"/>
                  </a:lnTo>
                  <a:close/>
                </a:path>
                <a:path w="6172200" h="1781175">
                  <a:moveTo>
                    <a:pt x="2372867" y="976884"/>
                  </a:moveTo>
                  <a:lnTo>
                    <a:pt x="2353564" y="976884"/>
                  </a:lnTo>
                  <a:lnTo>
                    <a:pt x="2345816" y="984630"/>
                  </a:lnTo>
                  <a:lnTo>
                    <a:pt x="2345816" y="1003808"/>
                  </a:lnTo>
                  <a:lnTo>
                    <a:pt x="2353564" y="1011554"/>
                  </a:lnTo>
                  <a:lnTo>
                    <a:pt x="2372867" y="1011554"/>
                  </a:lnTo>
                  <a:lnTo>
                    <a:pt x="2380615" y="1003808"/>
                  </a:lnTo>
                  <a:lnTo>
                    <a:pt x="2380615" y="984630"/>
                  </a:lnTo>
                  <a:lnTo>
                    <a:pt x="2372867" y="976884"/>
                  </a:lnTo>
                  <a:close/>
                </a:path>
                <a:path w="6172200" h="1781175">
                  <a:moveTo>
                    <a:pt x="416051" y="976884"/>
                  </a:moveTo>
                  <a:lnTo>
                    <a:pt x="396875" y="976884"/>
                  </a:lnTo>
                  <a:lnTo>
                    <a:pt x="389000" y="984630"/>
                  </a:lnTo>
                  <a:lnTo>
                    <a:pt x="389000" y="1003808"/>
                  </a:lnTo>
                  <a:lnTo>
                    <a:pt x="396875" y="1011554"/>
                  </a:lnTo>
                  <a:lnTo>
                    <a:pt x="416051" y="1011554"/>
                  </a:lnTo>
                  <a:lnTo>
                    <a:pt x="423925" y="1003808"/>
                  </a:lnTo>
                  <a:lnTo>
                    <a:pt x="423925" y="984630"/>
                  </a:lnTo>
                  <a:lnTo>
                    <a:pt x="416051" y="976884"/>
                  </a:lnTo>
                  <a:close/>
                </a:path>
                <a:path w="6172200" h="1781175">
                  <a:moveTo>
                    <a:pt x="1478661" y="971041"/>
                  </a:moveTo>
                  <a:lnTo>
                    <a:pt x="1459357" y="971041"/>
                  </a:lnTo>
                  <a:lnTo>
                    <a:pt x="1451610" y="978788"/>
                  </a:lnTo>
                  <a:lnTo>
                    <a:pt x="1451610" y="997965"/>
                  </a:lnTo>
                  <a:lnTo>
                    <a:pt x="1459357" y="1005839"/>
                  </a:lnTo>
                  <a:lnTo>
                    <a:pt x="1478661" y="1005839"/>
                  </a:lnTo>
                  <a:lnTo>
                    <a:pt x="1486408" y="997965"/>
                  </a:lnTo>
                  <a:lnTo>
                    <a:pt x="1486408" y="978788"/>
                  </a:lnTo>
                  <a:lnTo>
                    <a:pt x="1478661" y="971041"/>
                  </a:lnTo>
                  <a:close/>
                </a:path>
                <a:path w="6172200" h="1781175">
                  <a:moveTo>
                    <a:pt x="1350899" y="971041"/>
                  </a:moveTo>
                  <a:lnTo>
                    <a:pt x="1331595" y="971041"/>
                  </a:lnTo>
                  <a:lnTo>
                    <a:pt x="1323848" y="978788"/>
                  </a:lnTo>
                  <a:lnTo>
                    <a:pt x="1323848" y="997965"/>
                  </a:lnTo>
                  <a:lnTo>
                    <a:pt x="1331595" y="1005839"/>
                  </a:lnTo>
                  <a:lnTo>
                    <a:pt x="1350899" y="1005839"/>
                  </a:lnTo>
                  <a:lnTo>
                    <a:pt x="1358646" y="997965"/>
                  </a:lnTo>
                  <a:lnTo>
                    <a:pt x="1358646" y="978788"/>
                  </a:lnTo>
                  <a:lnTo>
                    <a:pt x="1350899" y="971041"/>
                  </a:lnTo>
                  <a:close/>
                </a:path>
                <a:path w="6172200" h="1781175">
                  <a:moveTo>
                    <a:pt x="526414" y="971041"/>
                  </a:moveTo>
                  <a:lnTo>
                    <a:pt x="507111" y="971041"/>
                  </a:lnTo>
                  <a:lnTo>
                    <a:pt x="499363" y="978788"/>
                  </a:lnTo>
                  <a:lnTo>
                    <a:pt x="499363" y="997965"/>
                  </a:lnTo>
                  <a:lnTo>
                    <a:pt x="507111" y="1005839"/>
                  </a:lnTo>
                  <a:lnTo>
                    <a:pt x="526414" y="1005839"/>
                  </a:lnTo>
                  <a:lnTo>
                    <a:pt x="534162" y="997965"/>
                  </a:lnTo>
                  <a:lnTo>
                    <a:pt x="534162" y="978788"/>
                  </a:lnTo>
                  <a:lnTo>
                    <a:pt x="526414" y="971041"/>
                  </a:lnTo>
                  <a:close/>
                </a:path>
                <a:path w="6172200" h="1781175">
                  <a:moveTo>
                    <a:pt x="2924429" y="965326"/>
                  </a:moveTo>
                  <a:lnTo>
                    <a:pt x="2905252" y="965326"/>
                  </a:lnTo>
                  <a:lnTo>
                    <a:pt x="2897378" y="973074"/>
                  </a:lnTo>
                  <a:lnTo>
                    <a:pt x="2897378" y="992251"/>
                  </a:lnTo>
                  <a:lnTo>
                    <a:pt x="2905252" y="999998"/>
                  </a:lnTo>
                  <a:lnTo>
                    <a:pt x="2924429" y="999998"/>
                  </a:lnTo>
                  <a:lnTo>
                    <a:pt x="2932176" y="992251"/>
                  </a:lnTo>
                  <a:lnTo>
                    <a:pt x="2932176" y="973074"/>
                  </a:lnTo>
                  <a:lnTo>
                    <a:pt x="2924429" y="965326"/>
                  </a:lnTo>
                  <a:close/>
                </a:path>
                <a:path w="6172200" h="1781175">
                  <a:moveTo>
                    <a:pt x="294132" y="959485"/>
                  </a:moveTo>
                  <a:lnTo>
                    <a:pt x="274954" y="959485"/>
                  </a:lnTo>
                  <a:lnTo>
                    <a:pt x="267080" y="967232"/>
                  </a:lnTo>
                  <a:lnTo>
                    <a:pt x="267080" y="986409"/>
                  </a:lnTo>
                  <a:lnTo>
                    <a:pt x="274954" y="994283"/>
                  </a:lnTo>
                  <a:lnTo>
                    <a:pt x="294132" y="994283"/>
                  </a:lnTo>
                  <a:lnTo>
                    <a:pt x="301878" y="986409"/>
                  </a:lnTo>
                  <a:lnTo>
                    <a:pt x="301878" y="967232"/>
                  </a:lnTo>
                  <a:lnTo>
                    <a:pt x="294132" y="959485"/>
                  </a:lnTo>
                  <a:close/>
                </a:path>
                <a:path w="6172200" h="1781175">
                  <a:moveTo>
                    <a:pt x="3563111" y="953770"/>
                  </a:moveTo>
                  <a:lnTo>
                    <a:pt x="3543934" y="953770"/>
                  </a:lnTo>
                  <a:lnTo>
                    <a:pt x="3536060" y="961516"/>
                  </a:lnTo>
                  <a:lnTo>
                    <a:pt x="3536060" y="980694"/>
                  </a:lnTo>
                  <a:lnTo>
                    <a:pt x="3543934" y="988440"/>
                  </a:lnTo>
                  <a:lnTo>
                    <a:pt x="3563111" y="988440"/>
                  </a:lnTo>
                  <a:lnTo>
                    <a:pt x="3570985" y="980694"/>
                  </a:lnTo>
                  <a:lnTo>
                    <a:pt x="3570985" y="961516"/>
                  </a:lnTo>
                  <a:lnTo>
                    <a:pt x="3563111" y="953770"/>
                  </a:lnTo>
                  <a:close/>
                </a:path>
                <a:path w="6172200" h="1781175">
                  <a:moveTo>
                    <a:pt x="3435350" y="947927"/>
                  </a:moveTo>
                  <a:lnTo>
                    <a:pt x="3416173" y="947927"/>
                  </a:lnTo>
                  <a:lnTo>
                    <a:pt x="3408299" y="955675"/>
                  </a:lnTo>
                  <a:lnTo>
                    <a:pt x="3408299" y="974851"/>
                  </a:lnTo>
                  <a:lnTo>
                    <a:pt x="3416173" y="982599"/>
                  </a:lnTo>
                  <a:lnTo>
                    <a:pt x="3435350" y="982599"/>
                  </a:lnTo>
                  <a:lnTo>
                    <a:pt x="3443224" y="974851"/>
                  </a:lnTo>
                  <a:lnTo>
                    <a:pt x="3443224" y="955675"/>
                  </a:lnTo>
                  <a:lnTo>
                    <a:pt x="3435350" y="947927"/>
                  </a:lnTo>
                  <a:close/>
                </a:path>
                <a:path w="6172200" h="1781175">
                  <a:moveTo>
                    <a:pt x="694816" y="947927"/>
                  </a:moveTo>
                  <a:lnTo>
                    <a:pt x="675513" y="947927"/>
                  </a:lnTo>
                  <a:lnTo>
                    <a:pt x="667765" y="955675"/>
                  </a:lnTo>
                  <a:lnTo>
                    <a:pt x="667765" y="974851"/>
                  </a:lnTo>
                  <a:lnTo>
                    <a:pt x="675513" y="982599"/>
                  </a:lnTo>
                  <a:lnTo>
                    <a:pt x="694816" y="982599"/>
                  </a:lnTo>
                  <a:lnTo>
                    <a:pt x="702563" y="974851"/>
                  </a:lnTo>
                  <a:lnTo>
                    <a:pt x="702563" y="955675"/>
                  </a:lnTo>
                  <a:lnTo>
                    <a:pt x="694816" y="947927"/>
                  </a:lnTo>
                  <a:close/>
                </a:path>
                <a:path w="6172200" h="1781175">
                  <a:moveTo>
                    <a:pt x="3685031" y="942086"/>
                  </a:moveTo>
                  <a:lnTo>
                    <a:pt x="3665854" y="942086"/>
                  </a:lnTo>
                  <a:lnTo>
                    <a:pt x="3657980" y="949960"/>
                  </a:lnTo>
                  <a:lnTo>
                    <a:pt x="3657980" y="969137"/>
                  </a:lnTo>
                  <a:lnTo>
                    <a:pt x="3665854" y="976884"/>
                  </a:lnTo>
                  <a:lnTo>
                    <a:pt x="3685031" y="976884"/>
                  </a:lnTo>
                  <a:lnTo>
                    <a:pt x="3692905" y="969137"/>
                  </a:lnTo>
                  <a:lnTo>
                    <a:pt x="3692905" y="949960"/>
                  </a:lnTo>
                  <a:lnTo>
                    <a:pt x="3685031" y="942086"/>
                  </a:lnTo>
                  <a:close/>
                </a:path>
                <a:path w="6172200" h="1781175">
                  <a:moveTo>
                    <a:pt x="979297" y="942086"/>
                  </a:moveTo>
                  <a:lnTo>
                    <a:pt x="959992" y="942086"/>
                  </a:lnTo>
                  <a:lnTo>
                    <a:pt x="952246" y="949960"/>
                  </a:lnTo>
                  <a:lnTo>
                    <a:pt x="952246" y="969137"/>
                  </a:lnTo>
                  <a:lnTo>
                    <a:pt x="959992" y="976884"/>
                  </a:lnTo>
                  <a:lnTo>
                    <a:pt x="979297" y="976884"/>
                  </a:lnTo>
                  <a:lnTo>
                    <a:pt x="987044" y="969137"/>
                  </a:lnTo>
                  <a:lnTo>
                    <a:pt x="987044" y="949960"/>
                  </a:lnTo>
                  <a:lnTo>
                    <a:pt x="979297" y="942086"/>
                  </a:lnTo>
                  <a:close/>
                </a:path>
                <a:path w="6172200" h="1781175">
                  <a:moveTo>
                    <a:pt x="3098673" y="936371"/>
                  </a:moveTo>
                  <a:lnTo>
                    <a:pt x="3079369" y="936371"/>
                  </a:lnTo>
                  <a:lnTo>
                    <a:pt x="3071622" y="944117"/>
                  </a:lnTo>
                  <a:lnTo>
                    <a:pt x="3071622" y="963295"/>
                  </a:lnTo>
                  <a:lnTo>
                    <a:pt x="3079369" y="971041"/>
                  </a:lnTo>
                  <a:lnTo>
                    <a:pt x="3098673" y="971041"/>
                  </a:lnTo>
                  <a:lnTo>
                    <a:pt x="3106420" y="963295"/>
                  </a:lnTo>
                  <a:lnTo>
                    <a:pt x="3106420" y="944117"/>
                  </a:lnTo>
                  <a:lnTo>
                    <a:pt x="3098673" y="936371"/>
                  </a:lnTo>
                  <a:close/>
                </a:path>
                <a:path w="6172200" h="1781175">
                  <a:moveTo>
                    <a:pt x="1153540" y="936371"/>
                  </a:moveTo>
                  <a:lnTo>
                    <a:pt x="1134237" y="936371"/>
                  </a:lnTo>
                  <a:lnTo>
                    <a:pt x="1126489" y="944117"/>
                  </a:lnTo>
                  <a:lnTo>
                    <a:pt x="1126489" y="963295"/>
                  </a:lnTo>
                  <a:lnTo>
                    <a:pt x="1134237" y="971041"/>
                  </a:lnTo>
                  <a:lnTo>
                    <a:pt x="1153540" y="971041"/>
                  </a:lnTo>
                  <a:lnTo>
                    <a:pt x="1161288" y="963295"/>
                  </a:lnTo>
                  <a:lnTo>
                    <a:pt x="1161288" y="944117"/>
                  </a:lnTo>
                  <a:lnTo>
                    <a:pt x="1153540" y="936371"/>
                  </a:lnTo>
                  <a:close/>
                </a:path>
                <a:path w="6172200" h="1781175">
                  <a:moveTo>
                    <a:pt x="2204466" y="924813"/>
                  </a:moveTo>
                  <a:lnTo>
                    <a:pt x="2185162" y="924813"/>
                  </a:lnTo>
                  <a:lnTo>
                    <a:pt x="2177415" y="932561"/>
                  </a:lnTo>
                  <a:lnTo>
                    <a:pt x="2177415" y="951738"/>
                  </a:lnTo>
                  <a:lnTo>
                    <a:pt x="2185162" y="959485"/>
                  </a:lnTo>
                  <a:lnTo>
                    <a:pt x="2204466" y="959485"/>
                  </a:lnTo>
                  <a:lnTo>
                    <a:pt x="2212213" y="951738"/>
                  </a:lnTo>
                  <a:lnTo>
                    <a:pt x="2212213" y="932561"/>
                  </a:lnTo>
                  <a:lnTo>
                    <a:pt x="2204466" y="924813"/>
                  </a:lnTo>
                  <a:close/>
                </a:path>
                <a:path w="6172200" h="1781175">
                  <a:moveTo>
                    <a:pt x="1612138" y="924813"/>
                  </a:moveTo>
                  <a:lnTo>
                    <a:pt x="1592961" y="924813"/>
                  </a:lnTo>
                  <a:lnTo>
                    <a:pt x="1585087" y="932561"/>
                  </a:lnTo>
                  <a:lnTo>
                    <a:pt x="1585087" y="951738"/>
                  </a:lnTo>
                  <a:lnTo>
                    <a:pt x="1592961" y="959485"/>
                  </a:lnTo>
                  <a:lnTo>
                    <a:pt x="1612138" y="959485"/>
                  </a:lnTo>
                  <a:lnTo>
                    <a:pt x="1620012" y="951738"/>
                  </a:lnTo>
                  <a:lnTo>
                    <a:pt x="1620012" y="932561"/>
                  </a:lnTo>
                  <a:lnTo>
                    <a:pt x="1612138" y="924813"/>
                  </a:lnTo>
                  <a:close/>
                </a:path>
                <a:path w="6172200" h="1781175">
                  <a:moveTo>
                    <a:pt x="1902460" y="918972"/>
                  </a:moveTo>
                  <a:lnTo>
                    <a:pt x="1883283" y="918972"/>
                  </a:lnTo>
                  <a:lnTo>
                    <a:pt x="1875409" y="926719"/>
                  </a:lnTo>
                  <a:lnTo>
                    <a:pt x="1875409" y="945896"/>
                  </a:lnTo>
                  <a:lnTo>
                    <a:pt x="1883283" y="953770"/>
                  </a:lnTo>
                  <a:lnTo>
                    <a:pt x="1902460" y="953770"/>
                  </a:lnTo>
                  <a:lnTo>
                    <a:pt x="1910334" y="945896"/>
                  </a:lnTo>
                  <a:lnTo>
                    <a:pt x="1910334" y="926719"/>
                  </a:lnTo>
                  <a:lnTo>
                    <a:pt x="1902460" y="918972"/>
                  </a:lnTo>
                  <a:close/>
                </a:path>
                <a:path w="6172200" h="1781175">
                  <a:moveTo>
                    <a:pt x="2552827" y="913257"/>
                  </a:moveTo>
                  <a:lnTo>
                    <a:pt x="2533523" y="913257"/>
                  </a:lnTo>
                  <a:lnTo>
                    <a:pt x="2525776" y="921003"/>
                  </a:lnTo>
                  <a:lnTo>
                    <a:pt x="2525776" y="940180"/>
                  </a:lnTo>
                  <a:lnTo>
                    <a:pt x="2533523" y="947927"/>
                  </a:lnTo>
                  <a:lnTo>
                    <a:pt x="2552827" y="947927"/>
                  </a:lnTo>
                  <a:lnTo>
                    <a:pt x="2560574" y="940180"/>
                  </a:lnTo>
                  <a:lnTo>
                    <a:pt x="2560574" y="921003"/>
                  </a:lnTo>
                  <a:lnTo>
                    <a:pt x="2552827" y="913257"/>
                  </a:lnTo>
                  <a:close/>
                </a:path>
                <a:path w="6172200" h="1781175">
                  <a:moveTo>
                    <a:pt x="1786382" y="913257"/>
                  </a:moveTo>
                  <a:lnTo>
                    <a:pt x="1767077" y="913257"/>
                  </a:lnTo>
                  <a:lnTo>
                    <a:pt x="1759330" y="921003"/>
                  </a:lnTo>
                  <a:lnTo>
                    <a:pt x="1759330" y="940180"/>
                  </a:lnTo>
                  <a:lnTo>
                    <a:pt x="1767077" y="947927"/>
                  </a:lnTo>
                  <a:lnTo>
                    <a:pt x="1786382" y="947927"/>
                  </a:lnTo>
                  <a:lnTo>
                    <a:pt x="1794128" y="940180"/>
                  </a:lnTo>
                  <a:lnTo>
                    <a:pt x="1794128" y="921003"/>
                  </a:lnTo>
                  <a:lnTo>
                    <a:pt x="1786382" y="913257"/>
                  </a:lnTo>
                  <a:close/>
                </a:path>
                <a:path w="6172200" h="1781175">
                  <a:moveTo>
                    <a:pt x="3325114" y="907414"/>
                  </a:moveTo>
                  <a:lnTo>
                    <a:pt x="3305809" y="907414"/>
                  </a:lnTo>
                  <a:lnTo>
                    <a:pt x="3298063" y="915162"/>
                  </a:lnTo>
                  <a:lnTo>
                    <a:pt x="3298063" y="934338"/>
                  </a:lnTo>
                  <a:lnTo>
                    <a:pt x="3305809" y="942086"/>
                  </a:lnTo>
                  <a:lnTo>
                    <a:pt x="3325114" y="942086"/>
                  </a:lnTo>
                  <a:lnTo>
                    <a:pt x="3332860" y="934338"/>
                  </a:lnTo>
                  <a:lnTo>
                    <a:pt x="3332860" y="915162"/>
                  </a:lnTo>
                  <a:lnTo>
                    <a:pt x="3325114" y="907414"/>
                  </a:lnTo>
                  <a:close/>
                </a:path>
                <a:path w="6172200" h="1781175">
                  <a:moveTo>
                    <a:pt x="2454148" y="907414"/>
                  </a:moveTo>
                  <a:lnTo>
                    <a:pt x="2434844" y="907414"/>
                  </a:lnTo>
                  <a:lnTo>
                    <a:pt x="2427097" y="915162"/>
                  </a:lnTo>
                  <a:lnTo>
                    <a:pt x="2427097" y="934338"/>
                  </a:lnTo>
                  <a:lnTo>
                    <a:pt x="2434844" y="942086"/>
                  </a:lnTo>
                  <a:lnTo>
                    <a:pt x="2454148" y="942086"/>
                  </a:lnTo>
                  <a:lnTo>
                    <a:pt x="2461895" y="934338"/>
                  </a:lnTo>
                  <a:lnTo>
                    <a:pt x="2461895" y="915162"/>
                  </a:lnTo>
                  <a:lnTo>
                    <a:pt x="2454148" y="907414"/>
                  </a:lnTo>
                  <a:close/>
                </a:path>
                <a:path w="6172200" h="1781175">
                  <a:moveTo>
                    <a:pt x="868934" y="907414"/>
                  </a:moveTo>
                  <a:lnTo>
                    <a:pt x="849757" y="907414"/>
                  </a:lnTo>
                  <a:lnTo>
                    <a:pt x="841883" y="915162"/>
                  </a:lnTo>
                  <a:lnTo>
                    <a:pt x="841883" y="934338"/>
                  </a:lnTo>
                  <a:lnTo>
                    <a:pt x="849757" y="942086"/>
                  </a:lnTo>
                  <a:lnTo>
                    <a:pt x="868934" y="942086"/>
                  </a:lnTo>
                  <a:lnTo>
                    <a:pt x="876808" y="934338"/>
                  </a:lnTo>
                  <a:lnTo>
                    <a:pt x="876808" y="915162"/>
                  </a:lnTo>
                  <a:lnTo>
                    <a:pt x="868934" y="907414"/>
                  </a:lnTo>
                  <a:close/>
                </a:path>
                <a:path w="6172200" h="1781175">
                  <a:moveTo>
                    <a:pt x="3812794" y="901700"/>
                  </a:moveTo>
                  <a:lnTo>
                    <a:pt x="3793617" y="901700"/>
                  </a:lnTo>
                  <a:lnTo>
                    <a:pt x="3785743" y="909447"/>
                  </a:lnTo>
                  <a:lnTo>
                    <a:pt x="3785743" y="928624"/>
                  </a:lnTo>
                  <a:lnTo>
                    <a:pt x="3793617" y="936371"/>
                  </a:lnTo>
                  <a:lnTo>
                    <a:pt x="3812794" y="936371"/>
                  </a:lnTo>
                  <a:lnTo>
                    <a:pt x="3820668" y="928624"/>
                  </a:lnTo>
                  <a:lnTo>
                    <a:pt x="3820668" y="909447"/>
                  </a:lnTo>
                  <a:lnTo>
                    <a:pt x="3812794" y="901700"/>
                  </a:lnTo>
                  <a:close/>
                </a:path>
                <a:path w="6172200" h="1781175">
                  <a:moveTo>
                    <a:pt x="1269619" y="901700"/>
                  </a:moveTo>
                  <a:lnTo>
                    <a:pt x="1250314" y="901700"/>
                  </a:lnTo>
                  <a:lnTo>
                    <a:pt x="1242567" y="909447"/>
                  </a:lnTo>
                  <a:lnTo>
                    <a:pt x="1242567" y="928624"/>
                  </a:lnTo>
                  <a:lnTo>
                    <a:pt x="1250314" y="936371"/>
                  </a:lnTo>
                  <a:lnTo>
                    <a:pt x="1269619" y="936371"/>
                  </a:lnTo>
                  <a:lnTo>
                    <a:pt x="1277365" y="928624"/>
                  </a:lnTo>
                  <a:lnTo>
                    <a:pt x="1277365" y="909447"/>
                  </a:lnTo>
                  <a:lnTo>
                    <a:pt x="1269619" y="901700"/>
                  </a:lnTo>
                  <a:close/>
                </a:path>
                <a:path w="6172200" h="1781175">
                  <a:moveTo>
                    <a:pt x="590296" y="890015"/>
                  </a:moveTo>
                  <a:lnTo>
                    <a:pt x="570991" y="890015"/>
                  </a:lnTo>
                  <a:lnTo>
                    <a:pt x="563245" y="897889"/>
                  </a:lnTo>
                  <a:lnTo>
                    <a:pt x="563245" y="917066"/>
                  </a:lnTo>
                  <a:lnTo>
                    <a:pt x="570991" y="924813"/>
                  </a:lnTo>
                  <a:lnTo>
                    <a:pt x="590296" y="924813"/>
                  </a:lnTo>
                  <a:lnTo>
                    <a:pt x="598042" y="917066"/>
                  </a:lnTo>
                  <a:lnTo>
                    <a:pt x="598042" y="897889"/>
                  </a:lnTo>
                  <a:lnTo>
                    <a:pt x="590296" y="890015"/>
                  </a:lnTo>
                  <a:close/>
                </a:path>
                <a:path w="6172200" h="1781175">
                  <a:moveTo>
                    <a:pt x="2994152" y="884301"/>
                  </a:moveTo>
                  <a:lnTo>
                    <a:pt x="2974848" y="884301"/>
                  </a:lnTo>
                  <a:lnTo>
                    <a:pt x="2967101" y="892048"/>
                  </a:lnTo>
                  <a:lnTo>
                    <a:pt x="2967101" y="911225"/>
                  </a:lnTo>
                  <a:lnTo>
                    <a:pt x="2974848" y="918972"/>
                  </a:lnTo>
                  <a:lnTo>
                    <a:pt x="2994152" y="918972"/>
                  </a:lnTo>
                  <a:lnTo>
                    <a:pt x="3001899" y="911225"/>
                  </a:lnTo>
                  <a:lnTo>
                    <a:pt x="3001899" y="892048"/>
                  </a:lnTo>
                  <a:lnTo>
                    <a:pt x="2994152" y="884301"/>
                  </a:lnTo>
                  <a:close/>
                </a:path>
                <a:path w="6172200" h="1781175">
                  <a:moveTo>
                    <a:pt x="2796666" y="884301"/>
                  </a:moveTo>
                  <a:lnTo>
                    <a:pt x="2777490" y="884301"/>
                  </a:lnTo>
                  <a:lnTo>
                    <a:pt x="2769616" y="892048"/>
                  </a:lnTo>
                  <a:lnTo>
                    <a:pt x="2769616" y="911225"/>
                  </a:lnTo>
                  <a:lnTo>
                    <a:pt x="2777490" y="918972"/>
                  </a:lnTo>
                  <a:lnTo>
                    <a:pt x="2796666" y="918972"/>
                  </a:lnTo>
                  <a:lnTo>
                    <a:pt x="2804541" y="911225"/>
                  </a:lnTo>
                  <a:lnTo>
                    <a:pt x="2804541" y="892048"/>
                  </a:lnTo>
                  <a:lnTo>
                    <a:pt x="2796666" y="884301"/>
                  </a:lnTo>
                  <a:close/>
                </a:path>
                <a:path w="6172200" h="1781175">
                  <a:moveTo>
                    <a:pt x="2308987" y="884301"/>
                  </a:moveTo>
                  <a:lnTo>
                    <a:pt x="2289683" y="884301"/>
                  </a:lnTo>
                  <a:lnTo>
                    <a:pt x="2281936" y="892048"/>
                  </a:lnTo>
                  <a:lnTo>
                    <a:pt x="2281936" y="911225"/>
                  </a:lnTo>
                  <a:lnTo>
                    <a:pt x="2289683" y="918972"/>
                  </a:lnTo>
                  <a:lnTo>
                    <a:pt x="2308987" y="918972"/>
                  </a:lnTo>
                  <a:lnTo>
                    <a:pt x="2316734" y="911225"/>
                  </a:lnTo>
                  <a:lnTo>
                    <a:pt x="2316734" y="892048"/>
                  </a:lnTo>
                  <a:lnTo>
                    <a:pt x="2308987" y="884301"/>
                  </a:lnTo>
                  <a:close/>
                </a:path>
                <a:path w="6172200" h="1781175">
                  <a:moveTo>
                    <a:pt x="2059304" y="884301"/>
                  </a:moveTo>
                  <a:lnTo>
                    <a:pt x="2040001" y="884301"/>
                  </a:lnTo>
                  <a:lnTo>
                    <a:pt x="2032253" y="892048"/>
                  </a:lnTo>
                  <a:lnTo>
                    <a:pt x="2032253" y="911225"/>
                  </a:lnTo>
                  <a:lnTo>
                    <a:pt x="2040001" y="918972"/>
                  </a:lnTo>
                  <a:lnTo>
                    <a:pt x="2059304" y="918972"/>
                  </a:lnTo>
                  <a:lnTo>
                    <a:pt x="2067052" y="911225"/>
                  </a:lnTo>
                  <a:lnTo>
                    <a:pt x="2067052" y="892048"/>
                  </a:lnTo>
                  <a:lnTo>
                    <a:pt x="2059304" y="884301"/>
                  </a:lnTo>
                  <a:close/>
                </a:path>
                <a:path w="6172200" h="1781175">
                  <a:moveTo>
                    <a:pt x="3226307" y="872744"/>
                  </a:moveTo>
                  <a:lnTo>
                    <a:pt x="3207130" y="872744"/>
                  </a:lnTo>
                  <a:lnTo>
                    <a:pt x="3199383" y="880490"/>
                  </a:lnTo>
                  <a:lnTo>
                    <a:pt x="3199383" y="899667"/>
                  </a:lnTo>
                  <a:lnTo>
                    <a:pt x="3207130" y="907414"/>
                  </a:lnTo>
                  <a:lnTo>
                    <a:pt x="3226307" y="907414"/>
                  </a:lnTo>
                  <a:lnTo>
                    <a:pt x="3234181" y="899667"/>
                  </a:lnTo>
                  <a:lnTo>
                    <a:pt x="3234181" y="880490"/>
                  </a:lnTo>
                  <a:lnTo>
                    <a:pt x="3226307" y="872744"/>
                  </a:lnTo>
                  <a:close/>
                </a:path>
                <a:path w="6172200" h="1781175">
                  <a:moveTo>
                    <a:pt x="1466977" y="866901"/>
                  </a:moveTo>
                  <a:lnTo>
                    <a:pt x="1447800" y="866901"/>
                  </a:lnTo>
                  <a:lnTo>
                    <a:pt x="1439926" y="874649"/>
                  </a:lnTo>
                  <a:lnTo>
                    <a:pt x="1439926" y="893826"/>
                  </a:lnTo>
                  <a:lnTo>
                    <a:pt x="1447800" y="901700"/>
                  </a:lnTo>
                  <a:lnTo>
                    <a:pt x="1466977" y="901700"/>
                  </a:lnTo>
                  <a:lnTo>
                    <a:pt x="1474851" y="893826"/>
                  </a:lnTo>
                  <a:lnTo>
                    <a:pt x="1474851" y="874649"/>
                  </a:lnTo>
                  <a:lnTo>
                    <a:pt x="1466977" y="866901"/>
                  </a:lnTo>
                  <a:close/>
                </a:path>
                <a:path w="6172200" h="1781175">
                  <a:moveTo>
                    <a:pt x="2657348" y="861187"/>
                  </a:moveTo>
                  <a:lnTo>
                    <a:pt x="2638044" y="861187"/>
                  </a:lnTo>
                  <a:lnTo>
                    <a:pt x="2630297" y="868934"/>
                  </a:lnTo>
                  <a:lnTo>
                    <a:pt x="2630297" y="888111"/>
                  </a:lnTo>
                  <a:lnTo>
                    <a:pt x="2638044" y="895858"/>
                  </a:lnTo>
                  <a:lnTo>
                    <a:pt x="2657348" y="895858"/>
                  </a:lnTo>
                  <a:lnTo>
                    <a:pt x="2665095" y="888111"/>
                  </a:lnTo>
                  <a:lnTo>
                    <a:pt x="2665095" y="868934"/>
                  </a:lnTo>
                  <a:lnTo>
                    <a:pt x="2657348" y="861187"/>
                  </a:lnTo>
                  <a:close/>
                </a:path>
                <a:path w="6172200" h="1781175">
                  <a:moveTo>
                    <a:pt x="358013" y="861187"/>
                  </a:moveTo>
                  <a:lnTo>
                    <a:pt x="338709" y="861187"/>
                  </a:lnTo>
                  <a:lnTo>
                    <a:pt x="330962" y="868934"/>
                  </a:lnTo>
                  <a:lnTo>
                    <a:pt x="330962" y="888111"/>
                  </a:lnTo>
                  <a:lnTo>
                    <a:pt x="338709" y="895858"/>
                  </a:lnTo>
                  <a:lnTo>
                    <a:pt x="358013" y="895858"/>
                  </a:lnTo>
                  <a:lnTo>
                    <a:pt x="365760" y="888111"/>
                  </a:lnTo>
                  <a:lnTo>
                    <a:pt x="365760" y="868934"/>
                  </a:lnTo>
                  <a:lnTo>
                    <a:pt x="358013" y="861187"/>
                  </a:lnTo>
                  <a:close/>
                </a:path>
                <a:path w="6172200" h="1781175">
                  <a:moveTo>
                    <a:pt x="1066419" y="855345"/>
                  </a:moveTo>
                  <a:lnTo>
                    <a:pt x="1047114" y="855345"/>
                  </a:lnTo>
                  <a:lnTo>
                    <a:pt x="1039367" y="863091"/>
                  </a:lnTo>
                  <a:lnTo>
                    <a:pt x="1039367" y="882269"/>
                  </a:lnTo>
                  <a:lnTo>
                    <a:pt x="1047114" y="890015"/>
                  </a:lnTo>
                  <a:lnTo>
                    <a:pt x="1066419" y="890015"/>
                  </a:lnTo>
                  <a:lnTo>
                    <a:pt x="1074165" y="882269"/>
                  </a:lnTo>
                  <a:lnTo>
                    <a:pt x="1074165" y="863091"/>
                  </a:lnTo>
                  <a:lnTo>
                    <a:pt x="1066419" y="855345"/>
                  </a:lnTo>
                  <a:close/>
                </a:path>
                <a:path w="6172200" h="1781175">
                  <a:moveTo>
                    <a:pt x="3592195" y="849502"/>
                  </a:moveTo>
                  <a:lnTo>
                    <a:pt x="3572891" y="849502"/>
                  </a:lnTo>
                  <a:lnTo>
                    <a:pt x="3565144" y="857376"/>
                  </a:lnTo>
                  <a:lnTo>
                    <a:pt x="3565144" y="876553"/>
                  </a:lnTo>
                  <a:lnTo>
                    <a:pt x="3572891" y="884301"/>
                  </a:lnTo>
                  <a:lnTo>
                    <a:pt x="3592195" y="884301"/>
                  </a:lnTo>
                  <a:lnTo>
                    <a:pt x="3599942" y="876553"/>
                  </a:lnTo>
                  <a:lnTo>
                    <a:pt x="3599942" y="857376"/>
                  </a:lnTo>
                  <a:lnTo>
                    <a:pt x="3592195" y="849502"/>
                  </a:lnTo>
                  <a:close/>
                </a:path>
                <a:path w="6172200" h="1781175">
                  <a:moveTo>
                    <a:pt x="1693417" y="849502"/>
                  </a:moveTo>
                  <a:lnTo>
                    <a:pt x="1674240" y="849502"/>
                  </a:lnTo>
                  <a:lnTo>
                    <a:pt x="1666494" y="857376"/>
                  </a:lnTo>
                  <a:lnTo>
                    <a:pt x="1666494" y="876553"/>
                  </a:lnTo>
                  <a:lnTo>
                    <a:pt x="1674240" y="884301"/>
                  </a:lnTo>
                  <a:lnTo>
                    <a:pt x="1693417" y="884301"/>
                  </a:lnTo>
                  <a:lnTo>
                    <a:pt x="1701291" y="876553"/>
                  </a:lnTo>
                  <a:lnTo>
                    <a:pt x="1701291" y="857376"/>
                  </a:lnTo>
                  <a:lnTo>
                    <a:pt x="1693417" y="849502"/>
                  </a:lnTo>
                  <a:close/>
                </a:path>
                <a:path w="6172200" h="1781175">
                  <a:moveTo>
                    <a:pt x="741172" y="843788"/>
                  </a:moveTo>
                  <a:lnTo>
                    <a:pt x="721995" y="843788"/>
                  </a:lnTo>
                  <a:lnTo>
                    <a:pt x="714248" y="851535"/>
                  </a:lnTo>
                  <a:lnTo>
                    <a:pt x="714248" y="870712"/>
                  </a:lnTo>
                  <a:lnTo>
                    <a:pt x="721995" y="878459"/>
                  </a:lnTo>
                  <a:lnTo>
                    <a:pt x="741172" y="878459"/>
                  </a:lnTo>
                  <a:lnTo>
                    <a:pt x="749046" y="870712"/>
                  </a:lnTo>
                  <a:lnTo>
                    <a:pt x="749046" y="851535"/>
                  </a:lnTo>
                  <a:lnTo>
                    <a:pt x="741172" y="843788"/>
                  </a:lnTo>
                  <a:close/>
                </a:path>
                <a:path w="6172200" h="1781175">
                  <a:moveTo>
                    <a:pt x="5908929" y="837946"/>
                  </a:moveTo>
                  <a:lnTo>
                    <a:pt x="5889625" y="837946"/>
                  </a:lnTo>
                  <a:lnTo>
                    <a:pt x="5881878" y="845820"/>
                  </a:lnTo>
                  <a:lnTo>
                    <a:pt x="5881878" y="864997"/>
                  </a:lnTo>
                  <a:lnTo>
                    <a:pt x="5889625" y="872744"/>
                  </a:lnTo>
                  <a:lnTo>
                    <a:pt x="5908929" y="872744"/>
                  </a:lnTo>
                  <a:lnTo>
                    <a:pt x="5916676" y="864997"/>
                  </a:lnTo>
                  <a:lnTo>
                    <a:pt x="5916676" y="845820"/>
                  </a:lnTo>
                  <a:lnTo>
                    <a:pt x="5908929" y="837946"/>
                  </a:lnTo>
                  <a:close/>
                </a:path>
                <a:path w="6172200" h="1781175">
                  <a:moveTo>
                    <a:pt x="468375" y="837946"/>
                  </a:moveTo>
                  <a:lnTo>
                    <a:pt x="449072" y="837946"/>
                  </a:lnTo>
                  <a:lnTo>
                    <a:pt x="441325" y="845820"/>
                  </a:lnTo>
                  <a:lnTo>
                    <a:pt x="441325" y="864997"/>
                  </a:lnTo>
                  <a:lnTo>
                    <a:pt x="449072" y="872744"/>
                  </a:lnTo>
                  <a:lnTo>
                    <a:pt x="468375" y="872744"/>
                  </a:lnTo>
                  <a:lnTo>
                    <a:pt x="476123" y="864997"/>
                  </a:lnTo>
                  <a:lnTo>
                    <a:pt x="476123" y="845820"/>
                  </a:lnTo>
                  <a:lnTo>
                    <a:pt x="468375" y="837946"/>
                  </a:lnTo>
                  <a:close/>
                </a:path>
                <a:path w="6172200" h="1781175">
                  <a:moveTo>
                    <a:pt x="3458591" y="832230"/>
                  </a:moveTo>
                  <a:lnTo>
                    <a:pt x="3439414" y="832230"/>
                  </a:lnTo>
                  <a:lnTo>
                    <a:pt x="3431540" y="839977"/>
                  </a:lnTo>
                  <a:lnTo>
                    <a:pt x="3431540" y="859154"/>
                  </a:lnTo>
                  <a:lnTo>
                    <a:pt x="3439414" y="866901"/>
                  </a:lnTo>
                  <a:lnTo>
                    <a:pt x="3458591" y="866901"/>
                  </a:lnTo>
                  <a:lnTo>
                    <a:pt x="3466465" y="859154"/>
                  </a:lnTo>
                  <a:lnTo>
                    <a:pt x="3466465" y="839977"/>
                  </a:lnTo>
                  <a:lnTo>
                    <a:pt x="3458591" y="832230"/>
                  </a:lnTo>
                  <a:close/>
                </a:path>
                <a:path w="6172200" h="1781175">
                  <a:moveTo>
                    <a:pt x="2889630" y="832230"/>
                  </a:moveTo>
                  <a:lnTo>
                    <a:pt x="2870327" y="832230"/>
                  </a:lnTo>
                  <a:lnTo>
                    <a:pt x="2862579" y="839977"/>
                  </a:lnTo>
                  <a:lnTo>
                    <a:pt x="2862579" y="859154"/>
                  </a:lnTo>
                  <a:lnTo>
                    <a:pt x="2870327" y="866901"/>
                  </a:lnTo>
                  <a:lnTo>
                    <a:pt x="2889630" y="866901"/>
                  </a:lnTo>
                  <a:lnTo>
                    <a:pt x="2897378" y="859154"/>
                  </a:lnTo>
                  <a:lnTo>
                    <a:pt x="2897378" y="839977"/>
                  </a:lnTo>
                  <a:lnTo>
                    <a:pt x="2889630" y="832230"/>
                  </a:lnTo>
                  <a:close/>
                </a:path>
                <a:path w="6172200" h="1781175">
                  <a:moveTo>
                    <a:pt x="1954784" y="832230"/>
                  </a:moveTo>
                  <a:lnTo>
                    <a:pt x="1935479" y="832230"/>
                  </a:lnTo>
                  <a:lnTo>
                    <a:pt x="1927733" y="839977"/>
                  </a:lnTo>
                  <a:lnTo>
                    <a:pt x="1927733" y="859154"/>
                  </a:lnTo>
                  <a:lnTo>
                    <a:pt x="1935479" y="866901"/>
                  </a:lnTo>
                  <a:lnTo>
                    <a:pt x="1954784" y="866901"/>
                  </a:lnTo>
                  <a:lnTo>
                    <a:pt x="1962530" y="859154"/>
                  </a:lnTo>
                  <a:lnTo>
                    <a:pt x="1962530" y="839977"/>
                  </a:lnTo>
                  <a:lnTo>
                    <a:pt x="1954784" y="832230"/>
                  </a:lnTo>
                  <a:close/>
                </a:path>
                <a:path w="6172200" h="1781175">
                  <a:moveTo>
                    <a:pt x="3737355" y="826388"/>
                  </a:moveTo>
                  <a:lnTo>
                    <a:pt x="3718052" y="826388"/>
                  </a:lnTo>
                  <a:lnTo>
                    <a:pt x="3710304" y="834136"/>
                  </a:lnTo>
                  <a:lnTo>
                    <a:pt x="3710304" y="853313"/>
                  </a:lnTo>
                  <a:lnTo>
                    <a:pt x="3718052" y="861187"/>
                  </a:lnTo>
                  <a:lnTo>
                    <a:pt x="3737355" y="861187"/>
                  </a:lnTo>
                  <a:lnTo>
                    <a:pt x="3745103" y="853313"/>
                  </a:lnTo>
                  <a:lnTo>
                    <a:pt x="3745103" y="834136"/>
                  </a:lnTo>
                  <a:lnTo>
                    <a:pt x="3737355" y="826388"/>
                  </a:lnTo>
                  <a:close/>
                </a:path>
                <a:path w="6172200" h="1781175">
                  <a:moveTo>
                    <a:pt x="1350899" y="826388"/>
                  </a:moveTo>
                  <a:lnTo>
                    <a:pt x="1331595" y="826388"/>
                  </a:lnTo>
                  <a:lnTo>
                    <a:pt x="1323848" y="834136"/>
                  </a:lnTo>
                  <a:lnTo>
                    <a:pt x="1323848" y="853313"/>
                  </a:lnTo>
                  <a:lnTo>
                    <a:pt x="1331595" y="861187"/>
                  </a:lnTo>
                  <a:lnTo>
                    <a:pt x="1350899" y="861187"/>
                  </a:lnTo>
                  <a:lnTo>
                    <a:pt x="1358646" y="853313"/>
                  </a:lnTo>
                  <a:lnTo>
                    <a:pt x="1358646" y="834136"/>
                  </a:lnTo>
                  <a:lnTo>
                    <a:pt x="1350899" y="826388"/>
                  </a:lnTo>
                  <a:close/>
                </a:path>
                <a:path w="6172200" h="1781175">
                  <a:moveTo>
                    <a:pt x="950213" y="820674"/>
                  </a:moveTo>
                  <a:lnTo>
                    <a:pt x="931037" y="820674"/>
                  </a:lnTo>
                  <a:lnTo>
                    <a:pt x="923163" y="828421"/>
                  </a:lnTo>
                  <a:lnTo>
                    <a:pt x="923163" y="847598"/>
                  </a:lnTo>
                  <a:lnTo>
                    <a:pt x="931037" y="855345"/>
                  </a:lnTo>
                  <a:lnTo>
                    <a:pt x="950213" y="855345"/>
                  </a:lnTo>
                  <a:lnTo>
                    <a:pt x="958088" y="847598"/>
                  </a:lnTo>
                  <a:lnTo>
                    <a:pt x="958088" y="828421"/>
                  </a:lnTo>
                  <a:lnTo>
                    <a:pt x="950213" y="820674"/>
                  </a:lnTo>
                  <a:close/>
                </a:path>
                <a:path w="6172200" h="1781175">
                  <a:moveTo>
                    <a:pt x="230250" y="820674"/>
                  </a:moveTo>
                  <a:lnTo>
                    <a:pt x="211074" y="820674"/>
                  </a:lnTo>
                  <a:lnTo>
                    <a:pt x="203200" y="828421"/>
                  </a:lnTo>
                  <a:lnTo>
                    <a:pt x="203200" y="847598"/>
                  </a:lnTo>
                  <a:lnTo>
                    <a:pt x="211074" y="855345"/>
                  </a:lnTo>
                  <a:lnTo>
                    <a:pt x="230250" y="855345"/>
                  </a:lnTo>
                  <a:lnTo>
                    <a:pt x="238125" y="847598"/>
                  </a:lnTo>
                  <a:lnTo>
                    <a:pt x="238125" y="828421"/>
                  </a:lnTo>
                  <a:lnTo>
                    <a:pt x="230250" y="820674"/>
                  </a:lnTo>
                  <a:close/>
                </a:path>
                <a:path w="6172200" h="1781175">
                  <a:moveTo>
                    <a:pt x="3098673" y="814832"/>
                  </a:moveTo>
                  <a:lnTo>
                    <a:pt x="3079369" y="814832"/>
                  </a:lnTo>
                  <a:lnTo>
                    <a:pt x="3071622" y="822578"/>
                  </a:lnTo>
                  <a:lnTo>
                    <a:pt x="3071622" y="841755"/>
                  </a:lnTo>
                  <a:lnTo>
                    <a:pt x="3079369" y="849502"/>
                  </a:lnTo>
                  <a:lnTo>
                    <a:pt x="3098673" y="849502"/>
                  </a:lnTo>
                  <a:lnTo>
                    <a:pt x="3106420" y="841755"/>
                  </a:lnTo>
                  <a:lnTo>
                    <a:pt x="3106420" y="822578"/>
                  </a:lnTo>
                  <a:lnTo>
                    <a:pt x="3098673" y="814832"/>
                  </a:lnTo>
                  <a:close/>
                </a:path>
                <a:path w="6172200" h="1781175">
                  <a:moveTo>
                    <a:pt x="6019292" y="809116"/>
                  </a:moveTo>
                  <a:lnTo>
                    <a:pt x="5999988" y="809116"/>
                  </a:lnTo>
                  <a:lnTo>
                    <a:pt x="5992241" y="816863"/>
                  </a:lnTo>
                  <a:lnTo>
                    <a:pt x="5992241" y="836040"/>
                  </a:lnTo>
                  <a:lnTo>
                    <a:pt x="5999988" y="843788"/>
                  </a:lnTo>
                  <a:lnTo>
                    <a:pt x="6019292" y="843788"/>
                  </a:lnTo>
                  <a:lnTo>
                    <a:pt x="6027039" y="836040"/>
                  </a:lnTo>
                  <a:lnTo>
                    <a:pt x="6027039" y="816863"/>
                  </a:lnTo>
                  <a:lnTo>
                    <a:pt x="6019292" y="809116"/>
                  </a:lnTo>
                  <a:close/>
                </a:path>
                <a:path w="6172200" h="1781175">
                  <a:moveTo>
                    <a:pt x="5787008" y="803275"/>
                  </a:moveTo>
                  <a:lnTo>
                    <a:pt x="5767705" y="803275"/>
                  </a:lnTo>
                  <a:lnTo>
                    <a:pt x="5759958" y="811022"/>
                  </a:lnTo>
                  <a:lnTo>
                    <a:pt x="5759958" y="830199"/>
                  </a:lnTo>
                  <a:lnTo>
                    <a:pt x="5767705" y="837946"/>
                  </a:lnTo>
                  <a:lnTo>
                    <a:pt x="5787008" y="837946"/>
                  </a:lnTo>
                  <a:lnTo>
                    <a:pt x="5794756" y="830199"/>
                  </a:lnTo>
                  <a:lnTo>
                    <a:pt x="5794756" y="811022"/>
                  </a:lnTo>
                  <a:lnTo>
                    <a:pt x="5787008" y="803275"/>
                  </a:lnTo>
                  <a:close/>
                </a:path>
                <a:path w="6172200" h="1781175">
                  <a:moveTo>
                    <a:pt x="2134742" y="803275"/>
                  </a:moveTo>
                  <a:lnTo>
                    <a:pt x="2115566" y="803275"/>
                  </a:lnTo>
                  <a:lnTo>
                    <a:pt x="2107691" y="811022"/>
                  </a:lnTo>
                  <a:lnTo>
                    <a:pt x="2107691" y="830199"/>
                  </a:lnTo>
                  <a:lnTo>
                    <a:pt x="2115566" y="837946"/>
                  </a:lnTo>
                  <a:lnTo>
                    <a:pt x="2134742" y="837946"/>
                  </a:lnTo>
                  <a:lnTo>
                    <a:pt x="2142616" y="830199"/>
                  </a:lnTo>
                  <a:lnTo>
                    <a:pt x="2142616" y="811022"/>
                  </a:lnTo>
                  <a:lnTo>
                    <a:pt x="2134742" y="803275"/>
                  </a:lnTo>
                  <a:close/>
                </a:path>
                <a:path w="6172200" h="1781175">
                  <a:moveTo>
                    <a:pt x="1577339" y="803275"/>
                  </a:moveTo>
                  <a:lnTo>
                    <a:pt x="1558163" y="803275"/>
                  </a:lnTo>
                  <a:lnTo>
                    <a:pt x="1550289" y="811022"/>
                  </a:lnTo>
                  <a:lnTo>
                    <a:pt x="1550289" y="830199"/>
                  </a:lnTo>
                  <a:lnTo>
                    <a:pt x="1558163" y="837946"/>
                  </a:lnTo>
                  <a:lnTo>
                    <a:pt x="1577339" y="837946"/>
                  </a:lnTo>
                  <a:lnTo>
                    <a:pt x="1585087" y="830199"/>
                  </a:lnTo>
                  <a:lnTo>
                    <a:pt x="1585087" y="811022"/>
                  </a:lnTo>
                  <a:lnTo>
                    <a:pt x="1577339" y="803275"/>
                  </a:lnTo>
                  <a:close/>
                </a:path>
                <a:path w="6172200" h="1781175">
                  <a:moveTo>
                    <a:pt x="1170939" y="803275"/>
                  </a:moveTo>
                  <a:lnTo>
                    <a:pt x="1151636" y="803275"/>
                  </a:lnTo>
                  <a:lnTo>
                    <a:pt x="1143889" y="811022"/>
                  </a:lnTo>
                  <a:lnTo>
                    <a:pt x="1143889" y="830199"/>
                  </a:lnTo>
                  <a:lnTo>
                    <a:pt x="1151636" y="837946"/>
                  </a:lnTo>
                  <a:lnTo>
                    <a:pt x="1170939" y="837946"/>
                  </a:lnTo>
                  <a:lnTo>
                    <a:pt x="1178687" y="830199"/>
                  </a:lnTo>
                  <a:lnTo>
                    <a:pt x="1178687" y="811022"/>
                  </a:lnTo>
                  <a:lnTo>
                    <a:pt x="1170939" y="803275"/>
                  </a:lnTo>
                  <a:close/>
                </a:path>
                <a:path w="6172200" h="1781175">
                  <a:moveTo>
                    <a:pt x="2396109" y="797433"/>
                  </a:moveTo>
                  <a:lnTo>
                    <a:pt x="2376804" y="797433"/>
                  </a:lnTo>
                  <a:lnTo>
                    <a:pt x="2369058" y="805307"/>
                  </a:lnTo>
                  <a:lnTo>
                    <a:pt x="2369058" y="824484"/>
                  </a:lnTo>
                  <a:lnTo>
                    <a:pt x="2376804" y="832230"/>
                  </a:lnTo>
                  <a:lnTo>
                    <a:pt x="2396109" y="832230"/>
                  </a:lnTo>
                  <a:lnTo>
                    <a:pt x="2403855" y="824484"/>
                  </a:lnTo>
                  <a:lnTo>
                    <a:pt x="2403855" y="805307"/>
                  </a:lnTo>
                  <a:lnTo>
                    <a:pt x="2396109" y="797433"/>
                  </a:lnTo>
                  <a:close/>
                </a:path>
                <a:path w="6172200" h="1781175">
                  <a:moveTo>
                    <a:pt x="3342513" y="791717"/>
                  </a:moveTo>
                  <a:lnTo>
                    <a:pt x="3323208" y="791717"/>
                  </a:lnTo>
                  <a:lnTo>
                    <a:pt x="3315461" y="799464"/>
                  </a:lnTo>
                  <a:lnTo>
                    <a:pt x="3315461" y="818641"/>
                  </a:lnTo>
                  <a:lnTo>
                    <a:pt x="3323208" y="826388"/>
                  </a:lnTo>
                  <a:lnTo>
                    <a:pt x="3342513" y="826388"/>
                  </a:lnTo>
                  <a:lnTo>
                    <a:pt x="3350259" y="818641"/>
                  </a:lnTo>
                  <a:lnTo>
                    <a:pt x="3350259" y="799464"/>
                  </a:lnTo>
                  <a:lnTo>
                    <a:pt x="3342513" y="791717"/>
                  </a:lnTo>
                  <a:close/>
                </a:path>
                <a:path w="6172200" h="1781175">
                  <a:moveTo>
                    <a:pt x="1821179" y="791717"/>
                  </a:moveTo>
                  <a:lnTo>
                    <a:pt x="1802002" y="791717"/>
                  </a:lnTo>
                  <a:lnTo>
                    <a:pt x="1794128" y="799464"/>
                  </a:lnTo>
                  <a:lnTo>
                    <a:pt x="1794128" y="818641"/>
                  </a:lnTo>
                  <a:lnTo>
                    <a:pt x="1802002" y="826388"/>
                  </a:lnTo>
                  <a:lnTo>
                    <a:pt x="1821179" y="826388"/>
                  </a:lnTo>
                  <a:lnTo>
                    <a:pt x="1829053" y="818641"/>
                  </a:lnTo>
                  <a:lnTo>
                    <a:pt x="1829053" y="799464"/>
                  </a:lnTo>
                  <a:lnTo>
                    <a:pt x="1821179" y="791717"/>
                  </a:lnTo>
                  <a:close/>
                </a:path>
                <a:path w="6172200" h="1781175">
                  <a:moveTo>
                    <a:pt x="2738628" y="785876"/>
                  </a:moveTo>
                  <a:lnTo>
                    <a:pt x="2719324" y="785876"/>
                  </a:lnTo>
                  <a:lnTo>
                    <a:pt x="2711577" y="793623"/>
                  </a:lnTo>
                  <a:lnTo>
                    <a:pt x="2711577" y="812800"/>
                  </a:lnTo>
                  <a:lnTo>
                    <a:pt x="2719324" y="820674"/>
                  </a:lnTo>
                  <a:lnTo>
                    <a:pt x="2738628" y="820674"/>
                  </a:lnTo>
                  <a:lnTo>
                    <a:pt x="2746375" y="812800"/>
                  </a:lnTo>
                  <a:lnTo>
                    <a:pt x="2746375" y="793623"/>
                  </a:lnTo>
                  <a:lnTo>
                    <a:pt x="2738628" y="785876"/>
                  </a:lnTo>
                  <a:close/>
                </a:path>
                <a:path w="6172200" h="1781175">
                  <a:moveTo>
                    <a:pt x="2518029" y="785876"/>
                  </a:moveTo>
                  <a:lnTo>
                    <a:pt x="2498725" y="785876"/>
                  </a:lnTo>
                  <a:lnTo>
                    <a:pt x="2490978" y="793623"/>
                  </a:lnTo>
                  <a:lnTo>
                    <a:pt x="2490978" y="812800"/>
                  </a:lnTo>
                  <a:lnTo>
                    <a:pt x="2498725" y="820674"/>
                  </a:lnTo>
                  <a:lnTo>
                    <a:pt x="2518029" y="820674"/>
                  </a:lnTo>
                  <a:lnTo>
                    <a:pt x="2525776" y="812800"/>
                  </a:lnTo>
                  <a:lnTo>
                    <a:pt x="2525776" y="793623"/>
                  </a:lnTo>
                  <a:lnTo>
                    <a:pt x="2518029" y="785876"/>
                  </a:lnTo>
                  <a:close/>
                </a:path>
                <a:path w="6172200" h="1781175">
                  <a:moveTo>
                    <a:pt x="2239264" y="785876"/>
                  </a:moveTo>
                  <a:lnTo>
                    <a:pt x="2220087" y="785876"/>
                  </a:lnTo>
                  <a:lnTo>
                    <a:pt x="2212213" y="793623"/>
                  </a:lnTo>
                  <a:lnTo>
                    <a:pt x="2212213" y="812800"/>
                  </a:lnTo>
                  <a:lnTo>
                    <a:pt x="2220087" y="820674"/>
                  </a:lnTo>
                  <a:lnTo>
                    <a:pt x="2239264" y="820674"/>
                  </a:lnTo>
                  <a:lnTo>
                    <a:pt x="2247138" y="812800"/>
                  </a:lnTo>
                  <a:lnTo>
                    <a:pt x="2247138" y="793623"/>
                  </a:lnTo>
                  <a:lnTo>
                    <a:pt x="2239264" y="785876"/>
                  </a:lnTo>
                  <a:close/>
                </a:path>
                <a:path w="6172200" h="1781175">
                  <a:moveTo>
                    <a:pt x="596011" y="785876"/>
                  </a:moveTo>
                  <a:lnTo>
                    <a:pt x="576834" y="785876"/>
                  </a:lnTo>
                  <a:lnTo>
                    <a:pt x="569087" y="793623"/>
                  </a:lnTo>
                  <a:lnTo>
                    <a:pt x="569087" y="812800"/>
                  </a:lnTo>
                  <a:lnTo>
                    <a:pt x="576834" y="820674"/>
                  </a:lnTo>
                  <a:lnTo>
                    <a:pt x="596011" y="820674"/>
                  </a:lnTo>
                  <a:lnTo>
                    <a:pt x="603885" y="812800"/>
                  </a:lnTo>
                  <a:lnTo>
                    <a:pt x="603885" y="793623"/>
                  </a:lnTo>
                  <a:lnTo>
                    <a:pt x="596011" y="785876"/>
                  </a:lnTo>
                  <a:close/>
                </a:path>
                <a:path w="6172200" h="1781175">
                  <a:moveTo>
                    <a:pt x="3191509" y="762762"/>
                  </a:moveTo>
                  <a:lnTo>
                    <a:pt x="3172332" y="762762"/>
                  </a:lnTo>
                  <a:lnTo>
                    <a:pt x="3164458" y="770509"/>
                  </a:lnTo>
                  <a:lnTo>
                    <a:pt x="3164458" y="789686"/>
                  </a:lnTo>
                  <a:lnTo>
                    <a:pt x="3172332" y="797433"/>
                  </a:lnTo>
                  <a:lnTo>
                    <a:pt x="3191509" y="797433"/>
                  </a:lnTo>
                  <a:lnTo>
                    <a:pt x="3199383" y="789686"/>
                  </a:lnTo>
                  <a:lnTo>
                    <a:pt x="3199383" y="770509"/>
                  </a:lnTo>
                  <a:lnTo>
                    <a:pt x="3191509" y="762762"/>
                  </a:lnTo>
                  <a:close/>
                </a:path>
                <a:path w="6172200" h="1781175">
                  <a:moveTo>
                    <a:pt x="839977" y="762762"/>
                  </a:moveTo>
                  <a:lnTo>
                    <a:pt x="820674" y="762762"/>
                  </a:lnTo>
                  <a:lnTo>
                    <a:pt x="812926" y="770509"/>
                  </a:lnTo>
                  <a:lnTo>
                    <a:pt x="812926" y="789686"/>
                  </a:lnTo>
                  <a:lnTo>
                    <a:pt x="820674" y="797433"/>
                  </a:lnTo>
                  <a:lnTo>
                    <a:pt x="839977" y="797433"/>
                  </a:lnTo>
                  <a:lnTo>
                    <a:pt x="847725" y="789686"/>
                  </a:lnTo>
                  <a:lnTo>
                    <a:pt x="847725" y="770509"/>
                  </a:lnTo>
                  <a:lnTo>
                    <a:pt x="839977" y="762762"/>
                  </a:lnTo>
                  <a:close/>
                </a:path>
                <a:path w="6172200" h="1781175">
                  <a:moveTo>
                    <a:pt x="1263777" y="756920"/>
                  </a:moveTo>
                  <a:lnTo>
                    <a:pt x="1244600" y="756920"/>
                  </a:lnTo>
                  <a:lnTo>
                    <a:pt x="1236726" y="764794"/>
                  </a:lnTo>
                  <a:lnTo>
                    <a:pt x="1236726" y="783971"/>
                  </a:lnTo>
                  <a:lnTo>
                    <a:pt x="1244600" y="791717"/>
                  </a:lnTo>
                  <a:lnTo>
                    <a:pt x="1263777" y="791717"/>
                  </a:lnTo>
                  <a:lnTo>
                    <a:pt x="1271651" y="783971"/>
                  </a:lnTo>
                  <a:lnTo>
                    <a:pt x="1271651" y="764794"/>
                  </a:lnTo>
                  <a:lnTo>
                    <a:pt x="1263777" y="756920"/>
                  </a:lnTo>
                  <a:close/>
                </a:path>
                <a:path w="6172200" h="1781175">
                  <a:moveTo>
                    <a:pt x="323214" y="756920"/>
                  </a:moveTo>
                  <a:lnTo>
                    <a:pt x="303911" y="756920"/>
                  </a:lnTo>
                  <a:lnTo>
                    <a:pt x="296163" y="764794"/>
                  </a:lnTo>
                  <a:lnTo>
                    <a:pt x="296163" y="783971"/>
                  </a:lnTo>
                  <a:lnTo>
                    <a:pt x="303911" y="791717"/>
                  </a:lnTo>
                  <a:lnTo>
                    <a:pt x="323214" y="791717"/>
                  </a:lnTo>
                  <a:lnTo>
                    <a:pt x="330962" y="783971"/>
                  </a:lnTo>
                  <a:lnTo>
                    <a:pt x="330962" y="764794"/>
                  </a:lnTo>
                  <a:lnTo>
                    <a:pt x="323214" y="756920"/>
                  </a:lnTo>
                  <a:close/>
                </a:path>
                <a:path w="6172200" h="1781175">
                  <a:moveTo>
                    <a:pt x="3638677" y="751204"/>
                  </a:moveTo>
                  <a:lnTo>
                    <a:pt x="3619373" y="751204"/>
                  </a:lnTo>
                  <a:lnTo>
                    <a:pt x="3611626" y="758951"/>
                  </a:lnTo>
                  <a:lnTo>
                    <a:pt x="3611626" y="778128"/>
                  </a:lnTo>
                  <a:lnTo>
                    <a:pt x="3619373" y="785876"/>
                  </a:lnTo>
                  <a:lnTo>
                    <a:pt x="3638677" y="785876"/>
                  </a:lnTo>
                  <a:lnTo>
                    <a:pt x="3646424" y="778128"/>
                  </a:lnTo>
                  <a:lnTo>
                    <a:pt x="3646424" y="758951"/>
                  </a:lnTo>
                  <a:lnTo>
                    <a:pt x="3638677" y="751204"/>
                  </a:lnTo>
                  <a:close/>
                </a:path>
                <a:path w="6172200" h="1781175">
                  <a:moveTo>
                    <a:pt x="1455420" y="751204"/>
                  </a:moveTo>
                  <a:lnTo>
                    <a:pt x="1436115" y="751204"/>
                  </a:lnTo>
                  <a:lnTo>
                    <a:pt x="1428369" y="758951"/>
                  </a:lnTo>
                  <a:lnTo>
                    <a:pt x="1428369" y="778128"/>
                  </a:lnTo>
                  <a:lnTo>
                    <a:pt x="1436115" y="785876"/>
                  </a:lnTo>
                  <a:lnTo>
                    <a:pt x="1455420" y="785876"/>
                  </a:lnTo>
                  <a:lnTo>
                    <a:pt x="1463166" y="778128"/>
                  </a:lnTo>
                  <a:lnTo>
                    <a:pt x="1463166" y="758951"/>
                  </a:lnTo>
                  <a:lnTo>
                    <a:pt x="1455420" y="751204"/>
                  </a:lnTo>
                  <a:close/>
                </a:path>
                <a:path w="6172200" h="1781175">
                  <a:moveTo>
                    <a:pt x="3510915" y="739648"/>
                  </a:moveTo>
                  <a:lnTo>
                    <a:pt x="3491610" y="739648"/>
                  </a:lnTo>
                  <a:lnTo>
                    <a:pt x="3483864" y="747395"/>
                  </a:lnTo>
                  <a:lnTo>
                    <a:pt x="3483864" y="766572"/>
                  </a:lnTo>
                  <a:lnTo>
                    <a:pt x="3491610" y="774319"/>
                  </a:lnTo>
                  <a:lnTo>
                    <a:pt x="3510915" y="774319"/>
                  </a:lnTo>
                  <a:lnTo>
                    <a:pt x="3518661" y="766572"/>
                  </a:lnTo>
                  <a:lnTo>
                    <a:pt x="3518661" y="747395"/>
                  </a:lnTo>
                  <a:lnTo>
                    <a:pt x="3510915" y="739648"/>
                  </a:lnTo>
                  <a:close/>
                </a:path>
                <a:path w="6172200" h="1781175">
                  <a:moveTo>
                    <a:pt x="3017392" y="739648"/>
                  </a:moveTo>
                  <a:lnTo>
                    <a:pt x="2998089" y="739648"/>
                  </a:lnTo>
                  <a:lnTo>
                    <a:pt x="2990341" y="747395"/>
                  </a:lnTo>
                  <a:lnTo>
                    <a:pt x="2990341" y="766572"/>
                  </a:lnTo>
                  <a:lnTo>
                    <a:pt x="2998089" y="774319"/>
                  </a:lnTo>
                  <a:lnTo>
                    <a:pt x="3017392" y="774319"/>
                  </a:lnTo>
                  <a:lnTo>
                    <a:pt x="3025140" y="766572"/>
                  </a:lnTo>
                  <a:lnTo>
                    <a:pt x="3025140" y="747395"/>
                  </a:lnTo>
                  <a:lnTo>
                    <a:pt x="3017392" y="739648"/>
                  </a:lnTo>
                  <a:close/>
                </a:path>
                <a:path w="6172200" h="1781175">
                  <a:moveTo>
                    <a:pt x="700532" y="739648"/>
                  </a:moveTo>
                  <a:lnTo>
                    <a:pt x="681354" y="739648"/>
                  </a:lnTo>
                  <a:lnTo>
                    <a:pt x="673480" y="747395"/>
                  </a:lnTo>
                  <a:lnTo>
                    <a:pt x="673480" y="766572"/>
                  </a:lnTo>
                  <a:lnTo>
                    <a:pt x="681354" y="774319"/>
                  </a:lnTo>
                  <a:lnTo>
                    <a:pt x="700532" y="774319"/>
                  </a:lnTo>
                  <a:lnTo>
                    <a:pt x="708405" y="766572"/>
                  </a:lnTo>
                  <a:lnTo>
                    <a:pt x="708405" y="747395"/>
                  </a:lnTo>
                  <a:lnTo>
                    <a:pt x="700532" y="739648"/>
                  </a:lnTo>
                  <a:close/>
                </a:path>
                <a:path w="6172200" h="1781175">
                  <a:moveTo>
                    <a:pt x="2895346" y="733805"/>
                  </a:moveTo>
                  <a:lnTo>
                    <a:pt x="2876169" y="733805"/>
                  </a:lnTo>
                  <a:lnTo>
                    <a:pt x="2868295" y="741552"/>
                  </a:lnTo>
                  <a:lnTo>
                    <a:pt x="2868295" y="760729"/>
                  </a:lnTo>
                  <a:lnTo>
                    <a:pt x="2876169" y="768603"/>
                  </a:lnTo>
                  <a:lnTo>
                    <a:pt x="2895346" y="768603"/>
                  </a:lnTo>
                  <a:lnTo>
                    <a:pt x="2903220" y="760729"/>
                  </a:lnTo>
                  <a:lnTo>
                    <a:pt x="2903220" y="741552"/>
                  </a:lnTo>
                  <a:lnTo>
                    <a:pt x="2895346" y="733805"/>
                  </a:lnTo>
                  <a:close/>
                </a:path>
                <a:path w="6172200" h="1781175">
                  <a:moveTo>
                    <a:pt x="1687702" y="733805"/>
                  </a:moveTo>
                  <a:lnTo>
                    <a:pt x="1668399" y="733805"/>
                  </a:lnTo>
                  <a:lnTo>
                    <a:pt x="1660652" y="741552"/>
                  </a:lnTo>
                  <a:lnTo>
                    <a:pt x="1660652" y="760729"/>
                  </a:lnTo>
                  <a:lnTo>
                    <a:pt x="1668399" y="768603"/>
                  </a:lnTo>
                  <a:lnTo>
                    <a:pt x="1687702" y="768603"/>
                  </a:lnTo>
                  <a:lnTo>
                    <a:pt x="1695450" y="760729"/>
                  </a:lnTo>
                  <a:lnTo>
                    <a:pt x="1695450" y="741552"/>
                  </a:lnTo>
                  <a:lnTo>
                    <a:pt x="1687702" y="733805"/>
                  </a:lnTo>
                  <a:close/>
                </a:path>
                <a:path w="6172200" h="1781175">
                  <a:moveTo>
                    <a:pt x="5676646" y="728090"/>
                  </a:moveTo>
                  <a:lnTo>
                    <a:pt x="5657469" y="728090"/>
                  </a:lnTo>
                  <a:lnTo>
                    <a:pt x="5649595" y="735838"/>
                  </a:lnTo>
                  <a:lnTo>
                    <a:pt x="5649595" y="755014"/>
                  </a:lnTo>
                  <a:lnTo>
                    <a:pt x="5657469" y="762762"/>
                  </a:lnTo>
                  <a:lnTo>
                    <a:pt x="5676646" y="762762"/>
                  </a:lnTo>
                  <a:lnTo>
                    <a:pt x="5684520" y="755014"/>
                  </a:lnTo>
                  <a:lnTo>
                    <a:pt x="5684520" y="735838"/>
                  </a:lnTo>
                  <a:lnTo>
                    <a:pt x="5676646" y="728090"/>
                  </a:lnTo>
                  <a:close/>
                </a:path>
                <a:path w="6172200" h="1781175">
                  <a:moveTo>
                    <a:pt x="2605024" y="728090"/>
                  </a:moveTo>
                  <a:lnTo>
                    <a:pt x="2585847" y="728090"/>
                  </a:lnTo>
                  <a:lnTo>
                    <a:pt x="2578100" y="735838"/>
                  </a:lnTo>
                  <a:lnTo>
                    <a:pt x="2578100" y="755014"/>
                  </a:lnTo>
                  <a:lnTo>
                    <a:pt x="2585847" y="762762"/>
                  </a:lnTo>
                  <a:lnTo>
                    <a:pt x="2605024" y="762762"/>
                  </a:lnTo>
                  <a:lnTo>
                    <a:pt x="2612898" y="755014"/>
                  </a:lnTo>
                  <a:lnTo>
                    <a:pt x="2612898" y="735838"/>
                  </a:lnTo>
                  <a:lnTo>
                    <a:pt x="2605024" y="728090"/>
                  </a:lnTo>
                  <a:close/>
                </a:path>
                <a:path w="6172200" h="1781175">
                  <a:moveTo>
                    <a:pt x="1043177" y="728090"/>
                  </a:moveTo>
                  <a:lnTo>
                    <a:pt x="1023874" y="728090"/>
                  </a:lnTo>
                  <a:lnTo>
                    <a:pt x="1016126" y="735838"/>
                  </a:lnTo>
                  <a:lnTo>
                    <a:pt x="1016126" y="755014"/>
                  </a:lnTo>
                  <a:lnTo>
                    <a:pt x="1023874" y="762762"/>
                  </a:lnTo>
                  <a:lnTo>
                    <a:pt x="1043177" y="762762"/>
                  </a:lnTo>
                  <a:lnTo>
                    <a:pt x="1050925" y="755014"/>
                  </a:lnTo>
                  <a:lnTo>
                    <a:pt x="1050925" y="735838"/>
                  </a:lnTo>
                  <a:lnTo>
                    <a:pt x="1043177" y="728090"/>
                  </a:lnTo>
                  <a:close/>
                </a:path>
                <a:path w="6172200" h="1781175">
                  <a:moveTo>
                    <a:pt x="3812794" y="722249"/>
                  </a:moveTo>
                  <a:lnTo>
                    <a:pt x="3793617" y="722249"/>
                  </a:lnTo>
                  <a:lnTo>
                    <a:pt x="3785743" y="729996"/>
                  </a:lnTo>
                  <a:lnTo>
                    <a:pt x="3785743" y="749173"/>
                  </a:lnTo>
                  <a:lnTo>
                    <a:pt x="3793617" y="756920"/>
                  </a:lnTo>
                  <a:lnTo>
                    <a:pt x="3812794" y="756920"/>
                  </a:lnTo>
                  <a:lnTo>
                    <a:pt x="3820668" y="749173"/>
                  </a:lnTo>
                  <a:lnTo>
                    <a:pt x="3820668" y="729996"/>
                  </a:lnTo>
                  <a:lnTo>
                    <a:pt x="3812794" y="722249"/>
                  </a:lnTo>
                  <a:close/>
                </a:path>
                <a:path w="6172200" h="1781175">
                  <a:moveTo>
                    <a:pt x="2053463" y="722249"/>
                  </a:moveTo>
                  <a:lnTo>
                    <a:pt x="2034286" y="722249"/>
                  </a:lnTo>
                  <a:lnTo>
                    <a:pt x="2026412" y="729996"/>
                  </a:lnTo>
                  <a:lnTo>
                    <a:pt x="2026412" y="749173"/>
                  </a:lnTo>
                  <a:lnTo>
                    <a:pt x="2034286" y="756920"/>
                  </a:lnTo>
                  <a:lnTo>
                    <a:pt x="2053463" y="756920"/>
                  </a:lnTo>
                  <a:lnTo>
                    <a:pt x="2061210" y="749173"/>
                  </a:lnTo>
                  <a:lnTo>
                    <a:pt x="2061210" y="729996"/>
                  </a:lnTo>
                  <a:lnTo>
                    <a:pt x="2053463" y="722249"/>
                  </a:lnTo>
                  <a:close/>
                </a:path>
                <a:path w="6172200" h="1781175">
                  <a:moveTo>
                    <a:pt x="1948941" y="722249"/>
                  </a:moveTo>
                  <a:lnTo>
                    <a:pt x="1929764" y="722249"/>
                  </a:lnTo>
                  <a:lnTo>
                    <a:pt x="1921890" y="729996"/>
                  </a:lnTo>
                  <a:lnTo>
                    <a:pt x="1921890" y="749173"/>
                  </a:lnTo>
                  <a:lnTo>
                    <a:pt x="1929764" y="756920"/>
                  </a:lnTo>
                  <a:lnTo>
                    <a:pt x="1948941" y="756920"/>
                  </a:lnTo>
                  <a:lnTo>
                    <a:pt x="1956815" y="749173"/>
                  </a:lnTo>
                  <a:lnTo>
                    <a:pt x="1956815" y="729996"/>
                  </a:lnTo>
                  <a:lnTo>
                    <a:pt x="1948941" y="722249"/>
                  </a:lnTo>
                  <a:close/>
                </a:path>
                <a:path w="6172200" h="1781175">
                  <a:moveTo>
                    <a:pt x="5920485" y="710691"/>
                  </a:moveTo>
                  <a:lnTo>
                    <a:pt x="5901308" y="710691"/>
                  </a:lnTo>
                  <a:lnTo>
                    <a:pt x="5893434" y="718438"/>
                  </a:lnTo>
                  <a:lnTo>
                    <a:pt x="5893434" y="737615"/>
                  </a:lnTo>
                  <a:lnTo>
                    <a:pt x="5901308" y="745363"/>
                  </a:lnTo>
                  <a:lnTo>
                    <a:pt x="5920485" y="745363"/>
                  </a:lnTo>
                  <a:lnTo>
                    <a:pt x="5928359" y="737615"/>
                  </a:lnTo>
                  <a:lnTo>
                    <a:pt x="5928359" y="718438"/>
                  </a:lnTo>
                  <a:lnTo>
                    <a:pt x="5920485" y="710691"/>
                  </a:lnTo>
                  <a:close/>
                </a:path>
                <a:path w="6172200" h="1781175">
                  <a:moveTo>
                    <a:pt x="2326386" y="710691"/>
                  </a:moveTo>
                  <a:lnTo>
                    <a:pt x="2307082" y="710691"/>
                  </a:lnTo>
                  <a:lnTo>
                    <a:pt x="2299335" y="718438"/>
                  </a:lnTo>
                  <a:lnTo>
                    <a:pt x="2299335" y="737615"/>
                  </a:lnTo>
                  <a:lnTo>
                    <a:pt x="2307082" y="745363"/>
                  </a:lnTo>
                  <a:lnTo>
                    <a:pt x="2326386" y="745363"/>
                  </a:lnTo>
                  <a:lnTo>
                    <a:pt x="2334133" y="737615"/>
                  </a:lnTo>
                  <a:lnTo>
                    <a:pt x="2334133" y="718438"/>
                  </a:lnTo>
                  <a:lnTo>
                    <a:pt x="2326386" y="710691"/>
                  </a:lnTo>
                  <a:close/>
                </a:path>
                <a:path w="6172200" h="1781175">
                  <a:moveTo>
                    <a:pt x="514730" y="704850"/>
                  </a:moveTo>
                  <a:lnTo>
                    <a:pt x="495553" y="704850"/>
                  </a:lnTo>
                  <a:lnTo>
                    <a:pt x="487679" y="712724"/>
                  </a:lnTo>
                  <a:lnTo>
                    <a:pt x="487679" y="731901"/>
                  </a:lnTo>
                  <a:lnTo>
                    <a:pt x="495553" y="739648"/>
                  </a:lnTo>
                  <a:lnTo>
                    <a:pt x="514730" y="739648"/>
                  </a:lnTo>
                  <a:lnTo>
                    <a:pt x="522604" y="731901"/>
                  </a:lnTo>
                  <a:lnTo>
                    <a:pt x="522604" y="712724"/>
                  </a:lnTo>
                  <a:lnTo>
                    <a:pt x="514730" y="704850"/>
                  </a:lnTo>
                  <a:close/>
                </a:path>
                <a:path w="6172200" h="1781175">
                  <a:moveTo>
                    <a:pt x="410210" y="704850"/>
                  </a:moveTo>
                  <a:lnTo>
                    <a:pt x="391033" y="704850"/>
                  </a:lnTo>
                  <a:lnTo>
                    <a:pt x="383159" y="712724"/>
                  </a:lnTo>
                  <a:lnTo>
                    <a:pt x="383159" y="731901"/>
                  </a:lnTo>
                  <a:lnTo>
                    <a:pt x="391033" y="739648"/>
                  </a:lnTo>
                  <a:lnTo>
                    <a:pt x="410210" y="739648"/>
                  </a:lnTo>
                  <a:lnTo>
                    <a:pt x="418084" y="731901"/>
                  </a:lnTo>
                  <a:lnTo>
                    <a:pt x="418084" y="712724"/>
                  </a:lnTo>
                  <a:lnTo>
                    <a:pt x="410210" y="704850"/>
                  </a:lnTo>
                  <a:close/>
                </a:path>
                <a:path w="6172200" h="1781175">
                  <a:moveTo>
                    <a:pt x="6036691" y="699135"/>
                  </a:moveTo>
                  <a:lnTo>
                    <a:pt x="6017386" y="699135"/>
                  </a:lnTo>
                  <a:lnTo>
                    <a:pt x="6009640" y="706882"/>
                  </a:lnTo>
                  <a:lnTo>
                    <a:pt x="6009640" y="726059"/>
                  </a:lnTo>
                  <a:lnTo>
                    <a:pt x="6017386" y="733805"/>
                  </a:lnTo>
                  <a:lnTo>
                    <a:pt x="6036691" y="733805"/>
                  </a:lnTo>
                  <a:lnTo>
                    <a:pt x="6044438" y="726059"/>
                  </a:lnTo>
                  <a:lnTo>
                    <a:pt x="6044438" y="706882"/>
                  </a:lnTo>
                  <a:lnTo>
                    <a:pt x="6036691" y="699135"/>
                  </a:lnTo>
                  <a:close/>
                </a:path>
                <a:path w="6172200" h="1781175">
                  <a:moveTo>
                    <a:pt x="938657" y="699135"/>
                  </a:moveTo>
                  <a:lnTo>
                    <a:pt x="919352" y="699135"/>
                  </a:lnTo>
                  <a:lnTo>
                    <a:pt x="911605" y="706882"/>
                  </a:lnTo>
                  <a:lnTo>
                    <a:pt x="911605" y="726059"/>
                  </a:lnTo>
                  <a:lnTo>
                    <a:pt x="919352" y="733805"/>
                  </a:lnTo>
                  <a:lnTo>
                    <a:pt x="938657" y="733805"/>
                  </a:lnTo>
                  <a:lnTo>
                    <a:pt x="946403" y="726059"/>
                  </a:lnTo>
                  <a:lnTo>
                    <a:pt x="946403" y="706882"/>
                  </a:lnTo>
                  <a:lnTo>
                    <a:pt x="938657" y="699135"/>
                  </a:lnTo>
                  <a:close/>
                </a:path>
                <a:path w="6172200" h="1781175">
                  <a:moveTo>
                    <a:pt x="3296030" y="693292"/>
                  </a:moveTo>
                  <a:lnTo>
                    <a:pt x="3276854" y="693292"/>
                  </a:lnTo>
                  <a:lnTo>
                    <a:pt x="3268979" y="701039"/>
                  </a:lnTo>
                  <a:lnTo>
                    <a:pt x="3268979" y="720216"/>
                  </a:lnTo>
                  <a:lnTo>
                    <a:pt x="3276854" y="728090"/>
                  </a:lnTo>
                  <a:lnTo>
                    <a:pt x="3296030" y="728090"/>
                  </a:lnTo>
                  <a:lnTo>
                    <a:pt x="3303778" y="720216"/>
                  </a:lnTo>
                  <a:lnTo>
                    <a:pt x="3303778" y="701039"/>
                  </a:lnTo>
                  <a:lnTo>
                    <a:pt x="3296030" y="693292"/>
                  </a:lnTo>
                  <a:close/>
                </a:path>
                <a:path w="6172200" h="1781175">
                  <a:moveTo>
                    <a:pt x="5810250" y="687577"/>
                  </a:moveTo>
                  <a:lnTo>
                    <a:pt x="5790946" y="687577"/>
                  </a:lnTo>
                  <a:lnTo>
                    <a:pt x="5783199" y="695325"/>
                  </a:lnTo>
                  <a:lnTo>
                    <a:pt x="5783199" y="714501"/>
                  </a:lnTo>
                  <a:lnTo>
                    <a:pt x="5790946" y="722249"/>
                  </a:lnTo>
                  <a:lnTo>
                    <a:pt x="5810250" y="722249"/>
                  </a:lnTo>
                  <a:lnTo>
                    <a:pt x="5817997" y="714501"/>
                  </a:lnTo>
                  <a:lnTo>
                    <a:pt x="5817997" y="695325"/>
                  </a:lnTo>
                  <a:lnTo>
                    <a:pt x="5810250" y="687577"/>
                  </a:lnTo>
                  <a:close/>
                </a:path>
                <a:path w="6172200" h="1781175">
                  <a:moveTo>
                    <a:pt x="1565783" y="687577"/>
                  </a:moveTo>
                  <a:lnTo>
                    <a:pt x="1546478" y="687577"/>
                  </a:lnTo>
                  <a:lnTo>
                    <a:pt x="1538732" y="695325"/>
                  </a:lnTo>
                  <a:lnTo>
                    <a:pt x="1538732" y="714501"/>
                  </a:lnTo>
                  <a:lnTo>
                    <a:pt x="1546478" y="722249"/>
                  </a:lnTo>
                  <a:lnTo>
                    <a:pt x="1565783" y="722249"/>
                  </a:lnTo>
                  <a:lnTo>
                    <a:pt x="1573529" y="714501"/>
                  </a:lnTo>
                  <a:lnTo>
                    <a:pt x="1573529" y="695325"/>
                  </a:lnTo>
                  <a:lnTo>
                    <a:pt x="1565783" y="687577"/>
                  </a:lnTo>
                  <a:close/>
                </a:path>
                <a:path w="6172200" h="1781175">
                  <a:moveTo>
                    <a:pt x="3412108" y="681736"/>
                  </a:moveTo>
                  <a:lnTo>
                    <a:pt x="3392931" y="681736"/>
                  </a:lnTo>
                  <a:lnTo>
                    <a:pt x="3385184" y="689483"/>
                  </a:lnTo>
                  <a:lnTo>
                    <a:pt x="3385184" y="708660"/>
                  </a:lnTo>
                  <a:lnTo>
                    <a:pt x="3392931" y="716534"/>
                  </a:lnTo>
                  <a:lnTo>
                    <a:pt x="3412108" y="716534"/>
                  </a:lnTo>
                  <a:lnTo>
                    <a:pt x="3419982" y="708660"/>
                  </a:lnTo>
                  <a:lnTo>
                    <a:pt x="3419982" y="689483"/>
                  </a:lnTo>
                  <a:lnTo>
                    <a:pt x="3412108" y="681736"/>
                  </a:lnTo>
                  <a:close/>
                </a:path>
                <a:path w="6172200" h="1781175">
                  <a:moveTo>
                    <a:pt x="2808351" y="676021"/>
                  </a:moveTo>
                  <a:lnTo>
                    <a:pt x="2789047" y="676021"/>
                  </a:lnTo>
                  <a:lnTo>
                    <a:pt x="2781300" y="683767"/>
                  </a:lnTo>
                  <a:lnTo>
                    <a:pt x="2781300" y="702945"/>
                  </a:lnTo>
                  <a:lnTo>
                    <a:pt x="2789047" y="710691"/>
                  </a:lnTo>
                  <a:lnTo>
                    <a:pt x="2808351" y="710691"/>
                  </a:lnTo>
                  <a:lnTo>
                    <a:pt x="2816098" y="702945"/>
                  </a:lnTo>
                  <a:lnTo>
                    <a:pt x="2816098" y="683767"/>
                  </a:lnTo>
                  <a:lnTo>
                    <a:pt x="2808351" y="676021"/>
                  </a:lnTo>
                  <a:close/>
                </a:path>
                <a:path w="6172200" h="1781175">
                  <a:moveTo>
                    <a:pt x="2471547" y="676021"/>
                  </a:moveTo>
                  <a:lnTo>
                    <a:pt x="2452242" y="676021"/>
                  </a:lnTo>
                  <a:lnTo>
                    <a:pt x="2444496" y="683767"/>
                  </a:lnTo>
                  <a:lnTo>
                    <a:pt x="2444496" y="702945"/>
                  </a:lnTo>
                  <a:lnTo>
                    <a:pt x="2452242" y="710691"/>
                  </a:lnTo>
                  <a:lnTo>
                    <a:pt x="2471547" y="710691"/>
                  </a:lnTo>
                  <a:lnTo>
                    <a:pt x="2479294" y="702945"/>
                  </a:lnTo>
                  <a:lnTo>
                    <a:pt x="2479294" y="683767"/>
                  </a:lnTo>
                  <a:lnTo>
                    <a:pt x="2471547" y="676021"/>
                  </a:lnTo>
                  <a:close/>
                </a:path>
                <a:path w="6172200" h="1781175">
                  <a:moveTo>
                    <a:pt x="2175383" y="676021"/>
                  </a:moveTo>
                  <a:lnTo>
                    <a:pt x="2156205" y="676021"/>
                  </a:lnTo>
                  <a:lnTo>
                    <a:pt x="2148332" y="683767"/>
                  </a:lnTo>
                  <a:lnTo>
                    <a:pt x="2148332" y="702945"/>
                  </a:lnTo>
                  <a:lnTo>
                    <a:pt x="2156205" y="710691"/>
                  </a:lnTo>
                  <a:lnTo>
                    <a:pt x="2175383" y="710691"/>
                  </a:lnTo>
                  <a:lnTo>
                    <a:pt x="2183257" y="702945"/>
                  </a:lnTo>
                  <a:lnTo>
                    <a:pt x="2183257" y="683767"/>
                  </a:lnTo>
                  <a:lnTo>
                    <a:pt x="2175383" y="676021"/>
                  </a:lnTo>
                  <a:close/>
                </a:path>
                <a:path w="6172200" h="1781175">
                  <a:moveTo>
                    <a:pt x="1374139" y="676021"/>
                  </a:moveTo>
                  <a:lnTo>
                    <a:pt x="1354836" y="676021"/>
                  </a:lnTo>
                  <a:lnTo>
                    <a:pt x="1347089" y="683767"/>
                  </a:lnTo>
                  <a:lnTo>
                    <a:pt x="1347089" y="702945"/>
                  </a:lnTo>
                  <a:lnTo>
                    <a:pt x="1354836" y="710691"/>
                  </a:lnTo>
                  <a:lnTo>
                    <a:pt x="1374139" y="710691"/>
                  </a:lnTo>
                  <a:lnTo>
                    <a:pt x="1381887" y="702945"/>
                  </a:lnTo>
                  <a:lnTo>
                    <a:pt x="1381887" y="683767"/>
                  </a:lnTo>
                  <a:lnTo>
                    <a:pt x="1374139" y="676021"/>
                  </a:lnTo>
                  <a:close/>
                </a:path>
                <a:path w="6172200" h="1781175">
                  <a:moveTo>
                    <a:pt x="1136014" y="676021"/>
                  </a:moveTo>
                  <a:lnTo>
                    <a:pt x="1116838" y="676021"/>
                  </a:lnTo>
                  <a:lnTo>
                    <a:pt x="1108964" y="683767"/>
                  </a:lnTo>
                  <a:lnTo>
                    <a:pt x="1108964" y="702945"/>
                  </a:lnTo>
                  <a:lnTo>
                    <a:pt x="1116838" y="710691"/>
                  </a:lnTo>
                  <a:lnTo>
                    <a:pt x="1136014" y="710691"/>
                  </a:lnTo>
                  <a:lnTo>
                    <a:pt x="1143889" y="702945"/>
                  </a:lnTo>
                  <a:lnTo>
                    <a:pt x="1143889" y="683767"/>
                  </a:lnTo>
                  <a:lnTo>
                    <a:pt x="1136014" y="676021"/>
                  </a:lnTo>
                  <a:close/>
                </a:path>
                <a:path w="6172200" h="1781175">
                  <a:moveTo>
                    <a:pt x="172212" y="676021"/>
                  </a:moveTo>
                  <a:lnTo>
                    <a:pt x="152908" y="676021"/>
                  </a:lnTo>
                  <a:lnTo>
                    <a:pt x="145161" y="683767"/>
                  </a:lnTo>
                  <a:lnTo>
                    <a:pt x="145161" y="702945"/>
                  </a:lnTo>
                  <a:lnTo>
                    <a:pt x="152908" y="710691"/>
                  </a:lnTo>
                  <a:lnTo>
                    <a:pt x="172212" y="710691"/>
                  </a:lnTo>
                  <a:lnTo>
                    <a:pt x="179959" y="702945"/>
                  </a:lnTo>
                  <a:lnTo>
                    <a:pt x="179959" y="683767"/>
                  </a:lnTo>
                  <a:lnTo>
                    <a:pt x="172212" y="676021"/>
                  </a:lnTo>
                  <a:close/>
                </a:path>
                <a:path w="6172200" h="1781175">
                  <a:moveTo>
                    <a:pt x="1856104" y="670178"/>
                  </a:moveTo>
                  <a:lnTo>
                    <a:pt x="1836801" y="670178"/>
                  </a:lnTo>
                  <a:lnTo>
                    <a:pt x="1829053" y="677926"/>
                  </a:lnTo>
                  <a:lnTo>
                    <a:pt x="1829053" y="697102"/>
                  </a:lnTo>
                  <a:lnTo>
                    <a:pt x="1836801" y="704850"/>
                  </a:lnTo>
                  <a:lnTo>
                    <a:pt x="1856104" y="704850"/>
                  </a:lnTo>
                  <a:lnTo>
                    <a:pt x="1863852" y="697102"/>
                  </a:lnTo>
                  <a:lnTo>
                    <a:pt x="1863852" y="677926"/>
                  </a:lnTo>
                  <a:lnTo>
                    <a:pt x="1856104" y="670178"/>
                  </a:lnTo>
                  <a:close/>
                </a:path>
                <a:path w="6172200" h="1781175">
                  <a:moveTo>
                    <a:pt x="3714115" y="664337"/>
                  </a:moveTo>
                  <a:lnTo>
                    <a:pt x="3694810" y="664337"/>
                  </a:lnTo>
                  <a:lnTo>
                    <a:pt x="3687064" y="672211"/>
                  </a:lnTo>
                  <a:lnTo>
                    <a:pt x="3687064" y="691388"/>
                  </a:lnTo>
                  <a:lnTo>
                    <a:pt x="3694810" y="699135"/>
                  </a:lnTo>
                  <a:lnTo>
                    <a:pt x="3714115" y="699135"/>
                  </a:lnTo>
                  <a:lnTo>
                    <a:pt x="3721861" y="691388"/>
                  </a:lnTo>
                  <a:lnTo>
                    <a:pt x="3721861" y="672211"/>
                  </a:lnTo>
                  <a:lnTo>
                    <a:pt x="3714115" y="664337"/>
                  </a:lnTo>
                  <a:close/>
                </a:path>
                <a:path w="6172200" h="1781175">
                  <a:moveTo>
                    <a:pt x="2703829" y="664337"/>
                  </a:moveTo>
                  <a:lnTo>
                    <a:pt x="2684526" y="664337"/>
                  </a:lnTo>
                  <a:lnTo>
                    <a:pt x="2676779" y="672211"/>
                  </a:lnTo>
                  <a:lnTo>
                    <a:pt x="2676779" y="691388"/>
                  </a:lnTo>
                  <a:lnTo>
                    <a:pt x="2684526" y="699135"/>
                  </a:lnTo>
                  <a:lnTo>
                    <a:pt x="2703829" y="699135"/>
                  </a:lnTo>
                  <a:lnTo>
                    <a:pt x="2711577" y="691388"/>
                  </a:lnTo>
                  <a:lnTo>
                    <a:pt x="2711577" y="672211"/>
                  </a:lnTo>
                  <a:lnTo>
                    <a:pt x="2703829" y="664337"/>
                  </a:lnTo>
                  <a:close/>
                </a:path>
                <a:path w="6172200" h="1781175">
                  <a:moveTo>
                    <a:pt x="5554726" y="652779"/>
                  </a:moveTo>
                  <a:lnTo>
                    <a:pt x="5535549" y="652779"/>
                  </a:lnTo>
                  <a:lnTo>
                    <a:pt x="5527675" y="660653"/>
                  </a:lnTo>
                  <a:lnTo>
                    <a:pt x="5527675" y="679830"/>
                  </a:lnTo>
                  <a:lnTo>
                    <a:pt x="5535549" y="687577"/>
                  </a:lnTo>
                  <a:lnTo>
                    <a:pt x="5554726" y="687577"/>
                  </a:lnTo>
                  <a:lnTo>
                    <a:pt x="5562473" y="679830"/>
                  </a:lnTo>
                  <a:lnTo>
                    <a:pt x="5562473" y="660653"/>
                  </a:lnTo>
                  <a:lnTo>
                    <a:pt x="5554726" y="652779"/>
                  </a:lnTo>
                  <a:close/>
                </a:path>
                <a:path w="6172200" h="1781175">
                  <a:moveTo>
                    <a:pt x="764413" y="652779"/>
                  </a:moveTo>
                  <a:lnTo>
                    <a:pt x="745236" y="652779"/>
                  </a:lnTo>
                  <a:lnTo>
                    <a:pt x="737362" y="660653"/>
                  </a:lnTo>
                  <a:lnTo>
                    <a:pt x="737362" y="679830"/>
                  </a:lnTo>
                  <a:lnTo>
                    <a:pt x="745236" y="687577"/>
                  </a:lnTo>
                  <a:lnTo>
                    <a:pt x="764413" y="687577"/>
                  </a:lnTo>
                  <a:lnTo>
                    <a:pt x="772287" y="679830"/>
                  </a:lnTo>
                  <a:lnTo>
                    <a:pt x="772287" y="660653"/>
                  </a:lnTo>
                  <a:lnTo>
                    <a:pt x="764413" y="652779"/>
                  </a:lnTo>
                  <a:close/>
                </a:path>
                <a:path w="6172200" h="1781175">
                  <a:moveTo>
                    <a:pt x="276733" y="652779"/>
                  </a:moveTo>
                  <a:lnTo>
                    <a:pt x="257428" y="652779"/>
                  </a:lnTo>
                  <a:lnTo>
                    <a:pt x="249682" y="660653"/>
                  </a:lnTo>
                  <a:lnTo>
                    <a:pt x="249682" y="679830"/>
                  </a:lnTo>
                  <a:lnTo>
                    <a:pt x="257428" y="687577"/>
                  </a:lnTo>
                  <a:lnTo>
                    <a:pt x="276733" y="687577"/>
                  </a:lnTo>
                  <a:lnTo>
                    <a:pt x="284479" y="679830"/>
                  </a:lnTo>
                  <a:lnTo>
                    <a:pt x="284479" y="660653"/>
                  </a:lnTo>
                  <a:lnTo>
                    <a:pt x="276733" y="652779"/>
                  </a:lnTo>
                  <a:close/>
                </a:path>
                <a:path w="6172200" h="1781175">
                  <a:moveTo>
                    <a:pt x="1734058" y="647064"/>
                  </a:moveTo>
                  <a:lnTo>
                    <a:pt x="1714880" y="647064"/>
                  </a:lnTo>
                  <a:lnTo>
                    <a:pt x="1707134" y="654812"/>
                  </a:lnTo>
                  <a:lnTo>
                    <a:pt x="1707134" y="673988"/>
                  </a:lnTo>
                  <a:lnTo>
                    <a:pt x="1714880" y="681736"/>
                  </a:lnTo>
                  <a:lnTo>
                    <a:pt x="1734058" y="681736"/>
                  </a:lnTo>
                  <a:lnTo>
                    <a:pt x="1741932" y="673988"/>
                  </a:lnTo>
                  <a:lnTo>
                    <a:pt x="1741932" y="654812"/>
                  </a:lnTo>
                  <a:lnTo>
                    <a:pt x="1734058" y="647064"/>
                  </a:lnTo>
                  <a:close/>
                </a:path>
                <a:path w="6172200" h="1781175">
                  <a:moveTo>
                    <a:pt x="3597909" y="641223"/>
                  </a:moveTo>
                  <a:lnTo>
                    <a:pt x="3578732" y="641223"/>
                  </a:lnTo>
                  <a:lnTo>
                    <a:pt x="3570985" y="648970"/>
                  </a:lnTo>
                  <a:lnTo>
                    <a:pt x="3570985" y="668147"/>
                  </a:lnTo>
                  <a:lnTo>
                    <a:pt x="3578732" y="676021"/>
                  </a:lnTo>
                  <a:lnTo>
                    <a:pt x="3597909" y="676021"/>
                  </a:lnTo>
                  <a:lnTo>
                    <a:pt x="3605783" y="668147"/>
                  </a:lnTo>
                  <a:lnTo>
                    <a:pt x="3605783" y="648970"/>
                  </a:lnTo>
                  <a:lnTo>
                    <a:pt x="3597909" y="641223"/>
                  </a:lnTo>
                  <a:close/>
                </a:path>
                <a:path w="6172200" h="1781175">
                  <a:moveTo>
                    <a:pt x="3174110" y="641223"/>
                  </a:moveTo>
                  <a:lnTo>
                    <a:pt x="3154806" y="641223"/>
                  </a:lnTo>
                  <a:lnTo>
                    <a:pt x="3147059" y="648970"/>
                  </a:lnTo>
                  <a:lnTo>
                    <a:pt x="3147059" y="668147"/>
                  </a:lnTo>
                  <a:lnTo>
                    <a:pt x="3154806" y="676021"/>
                  </a:lnTo>
                  <a:lnTo>
                    <a:pt x="3174110" y="676021"/>
                  </a:lnTo>
                  <a:lnTo>
                    <a:pt x="3181857" y="668147"/>
                  </a:lnTo>
                  <a:lnTo>
                    <a:pt x="3181857" y="648970"/>
                  </a:lnTo>
                  <a:lnTo>
                    <a:pt x="3174110" y="641223"/>
                  </a:lnTo>
                  <a:close/>
                </a:path>
                <a:path w="6172200" h="1781175">
                  <a:moveTo>
                    <a:pt x="1257935" y="641223"/>
                  </a:moveTo>
                  <a:lnTo>
                    <a:pt x="1238758" y="641223"/>
                  </a:lnTo>
                  <a:lnTo>
                    <a:pt x="1231011" y="648970"/>
                  </a:lnTo>
                  <a:lnTo>
                    <a:pt x="1231011" y="668147"/>
                  </a:lnTo>
                  <a:lnTo>
                    <a:pt x="1238758" y="676021"/>
                  </a:lnTo>
                  <a:lnTo>
                    <a:pt x="1257935" y="676021"/>
                  </a:lnTo>
                  <a:lnTo>
                    <a:pt x="1265809" y="668147"/>
                  </a:lnTo>
                  <a:lnTo>
                    <a:pt x="1265809" y="648970"/>
                  </a:lnTo>
                  <a:lnTo>
                    <a:pt x="1257935" y="641223"/>
                  </a:lnTo>
                  <a:close/>
                </a:path>
                <a:path w="6172200" h="1781175">
                  <a:moveTo>
                    <a:pt x="625094" y="641223"/>
                  </a:moveTo>
                  <a:lnTo>
                    <a:pt x="605916" y="641223"/>
                  </a:lnTo>
                  <a:lnTo>
                    <a:pt x="598042" y="648970"/>
                  </a:lnTo>
                  <a:lnTo>
                    <a:pt x="598042" y="668147"/>
                  </a:lnTo>
                  <a:lnTo>
                    <a:pt x="605916" y="676021"/>
                  </a:lnTo>
                  <a:lnTo>
                    <a:pt x="625094" y="676021"/>
                  </a:lnTo>
                  <a:lnTo>
                    <a:pt x="632840" y="668147"/>
                  </a:lnTo>
                  <a:lnTo>
                    <a:pt x="632840" y="648970"/>
                  </a:lnTo>
                  <a:lnTo>
                    <a:pt x="625094" y="641223"/>
                  </a:lnTo>
                  <a:close/>
                </a:path>
                <a:path w="6172200" h="1781175">
                  <a:moveTo>
                    <a:pt x="3075431" y="635508"/>
                  </a:moveTo>
                  <a:lnTo>
                    <a:pt x="3056128" y="635508"/>
                  </a:lnTo>
                  <a:lnTo>
                    <a:pt x="3048380" y="643254"/>
                  </a:lnTo>
                  <a:lnTo>
                    <a:pt x="3048380" y="662432"/>
                  </a:lnTo>
                  <a:lnTo>
                    <a:pt x="3056128" y="670178"/>
                  </a:lnTo>
                  <a:lnTo>
                    <a:pt x="3075431" y="670178"/>
                  </a:lnTo>
                  <a:lnTo>
                    <a:pt x="3083179" y="662432"/>
                  </a:lnTo>
                  <a:lnTo>
                    <a:pt x="3083179" y="643254"/>
                  </a:lnTo>
                  <a:lnTo>
                    <a:pt x="3075431" y="635508"/>
                  </a:lnTo>
                  <a:close/>
                </a:path>
                <a:path w="6172200" h="1781175">
                  <a:moveTo>
                    <a:pt x="6112129" y="623951"/>
                  </a:moveTo>
                  <a:lnTo>
                    <a:pt x="6092952" y="623951"/>
                  </a:lnTo>
                  <a:lnTo>
                    <a:pt x="6085078" y="631698"/>
                  </a:lnTo>
                  <a:lnTo>
                    <a:pt x="6085078" y="650875"/>
                  </a:lnTo>
                  <a:lnTo>
                    <a:pt x="6092952" y="658622"/>
                  </a:lnTo>
                  <a:lnTo>
                    <a:pt x="6112129" y="658622"/>
                  </a:lnTo>
                  <a:lnTo>
                    <a:pt x="6120003" y="650875"/>
                  </a:lnTo>
                  <a:lnTo>
                    <a:pt x="6120003" y="631698"/>
                  </a:lnTo>
                  <a:lnTo>
                    <a:pt x="6112129" y="623951"/>
                  </a:lnTo>
                  <a:close/>
                </a:path>
                <a:path w="6172200" h="1781175">
                  <a:moveTo>
                    <a:pt x="2947670" y="623951"/>
                  </a:moveTo>
                  <a:lnTo>
                    <a:pt x="2928366" y="623951"/>
                  </a:lnTo>
                  <a:lnTo>
                    <a:pt x="2920619" y="631698"/>
                  </a:lnTo>
                  <a:lnTo>
                    <a:pt x="2920619" y="650875"/>
                  </a:lnTo>
                  <a:lnTo>
                    <a:pt x="2928366" y="658622"/>
                  </a:lnTo>
                  <a:lnTo>
                    <a:pt x="2947670" y="658622"/>
                  </a:lnTo>
                  <a:lnTo>
                    <a:pt x="2955416" y="650875"/>
                  </a:lnTo>
                  <a:lnTo>
                    <a:pt x="2955416" y="631698"/>
                  </a:lnTo>
                  <a:lnTo>
                    <a:pt x="2947670" y="623951"/>
                  </a:lnTo>
                  <a:close/>
                </a:path>
                <a:path w="6172200" h="1781175">
                  <a:moveTo>
                    <a:pt x="3899916" y="618109"/>
                  </a:moveTo>
                  <a:lnTo>
                    <a:pt x="3880611" y="618109"/>
                  </a:lnTo>
                  <a:lnTo>
                    <a:pt x="3872865" y="625855"/>
                  </a:lnTo>
                  <a:lnTo>
                    <a:pt x="3872865" y="645033"/>
                  </a:lnTo>
                  <a:lnTo>
                    <a:pt x="3880611" y="652779"/>
                  </a:lnTo>
                  <a:lnTo>
                    <a:pt x="3899916" y="652779"/>
                  </a:lnTo>
                  <a:lnTo>
                    <a:pt x="3907663" y="645033"/>
                  </a:lnTo>
                  <a:lnTo>
                    <a:pt x="3907663" y="625855"/>
                  </a:lnTo>
                  <a:lnTo>
                    <a:pt x="3899916" y="618109"/>
                  </a:lnTo>
                  <a:close/>
                </a:path>
                <a:path w="6172200" h="1781175">
                  <a:moveTo>
                    <a:pt x="5757926" y="606551"/>
                  </a:moveTo>
                  <a:lnTo>
                    <a:pt x="5738749" y="606551"/>
                  </a:lnTo>
                  <a:lnTo>
                    <a:pt x="5730875" y="614299"/>
                  </a:lnTo>
                  <a:lnTo>
                    <a:pt x="5730875" y="633476"/>
                  </a:lnTo>
                  <a:lnTo>
                    <a:pt x="5738749" y="641223"/>
                  </a:lnTo>
                  <a:lnTo>
                    <a:pt x="5757926" y="641223"/>
                  </a:lnTo>
                  <a:lnTo>
                    <a:pt x="5765800" y="633476"/>
                  </a:lnTo>
                  <a:lnTo>
                    <a:pt x="5765800" y="614299"/>
                  </a:lnTo>
                  <a:lnTo>
                    <a:pt x="5757926" y="606551"/>
                  </a:lnTo>
                  <a:close/>
                </a:path>
                <a:path w="6172200" h="1781175">
                  <a:moveTo>
                    <a:pt x="2593466" y="606551"/>
                  </a:moveTo>
                  <a:lnTo>
                    <a:pt x="2574163" y="606551"/>
                  </a:lnTo>
                  <a:lnTo>
                    <a:pt x="2566416" y="614299"/>
                  </a:lnTo>
                  <a:lnTo>
                    <a:pt x="2566416" y="633476"/>
                  </a:lnTo>
                  <a:lnTo>
                    <a:pt x="2574163" y="641223"/>
                  </a:lnTo>
                  <a:lnTo>
                    <a:pt x="2593466" y="641223"/>
                  </a:lnTo>
                  <a:lnTo>
                    <a:pt x="2601214" y="633476"/>
                  </a:lnTo>
                  <a:lnTo>
                    <a:pt x="2601214" y="614299"/>
                  </a:lnTo>
                  <a:lnTo>
                    <a:pt x="2593466" y="606551"/>
                  </a:lnTo>
                  <a:close/>
                </a:path>
                <a:path w="6172200" h="1781175">
                  <a:moveTo>
                    <a:pt x="2262504" y="606551"/>
                  </a:moveTo>
                  <a:lnTo>
                    <a:pt x="2243201" y="606551"/>
                  </a:lnTo>
                  <a:lnTo>
                    <a:pt x="2235454" y="614299"/>
                  </a:lnTo>
                  <a:lnTo>
                    <a:pt x="2235454" y="633476"/>
                  </a:lnTo>
                  <a:lnTo>
                    <a:pt x="2243201" y="641223"/>
                  </a:lnTo>
                  <a:lnTo>
                    <a:pt x="2262504" y="641223"/>
                  </a:lnTo>
                  <a:lnTo>
                    <a:pt x="2270252" y="633476"/>
                  </a:lnTo>
                  <a:lnTo>
                    <a:pt x="2270252" y="614299"/>
                  </a:lnTo>
                  <a:lnTo>
                    <a:pt x="2262504" y="606551"/>
                  </a:lnTo>
                  <a:close/>
                </a:path>
                <a:path w="6172200" h="1781175">
                  <a:moveTo>
                    <a:pt x="1472819" y="606551"/>
                  </a:moveTo>
                  <a:lnTo>
                    <a:pt x="1453641" y="606551"/>
                  </a:lnTo>
                  <a:lnTo>
                    <a:pt x="1445767" y="614299"/>
                  </a:lnTo>
                  <a:lnTo>
                    <a:pt x="1445767" y="633476"/>
                  </a:lnTo>
                  <a:lnTo>
                    <a:pt x="1453641" y="641223"/>
                  </a:lnTo>
                  <a:lnTo>
                    <a:pt x="1472819" y="641223"/>
                  </a:lnTo>
                  <a:lnTo>
                    <a:pt x="1480692" y="633476"/>
                  </a:lnTo>
                  <a:lnTo>
                    <a:pt x="1480692" y="614299"/>
                  </a:lnTo>
                  <a:lnTo>
                    <a:pt x="1472819" y="606551"/>
                  </a:lnTo>
                  <a:close/>
                </a:path>
                <a:path w="6172200" h="1781175">
                  <a:moveTo>
                    <a:pt x="880617" y="606551"/>
                  </a:moveTo>
                  <a:lnTo>
                    <a:pt x="861313" y="606551"/>
                  </a:lnTo>
                  <a:lnTo>
                    <a:pt x="853566" y="614299"/>
                  </a:lnTo>
                  <a:lnTo>
                    <a:pt x="853566" y="633476"/>
                  </a:lnTo>
                  <a:lnTo>
                    <a:pt x="861313" y="641223"/>
                  </a:lnTo>
                  <a:lnTo>
                    <a:pt x="880617" y="641223"/>
                  </a:lnTo>
                  <a:lnTo>
                    <a:pt x="888364" y="633476"/>
                  </a:lnTo>
                  <a:lnTo>
                    <a:pt x="888364" y="614299"/>
                  </a:lnTo>
                  <a:lnTo>
                    <a:pt x="880617" y="606551"/>
                  </a:lnTo>
                  <a:close/>
                </a:path>
                <a:path w="6172200" h="1781175">
                  <a:moveTo>
                    <a:pt x="5641848" y="594995"/>
                  </a:moveTo>
                  <a:lnTo>
                    <a:pt x="5622544" y="594995"/>
                  </a:lnTo>
                  <a:lnTo>
                    <a:pt x="5614797" y="602741"/>
                  </a:lnTo>
                  <a:lnTo>
                    <a:pt x="5614797" y="621919"/>
                  </a:lnTo>
                  <a:lnTo>
                    <a:pt x="5622544" y="629665"/>
                  </a:lnTo>
                  <a:lnTo>
                    <a:pt x="5641848" y="629665"/>
                  </a:lnTo>
                  <a:lnTo>
                    <a:pt x="5649595" y="621919"/>
                  </a:lnTo>
                  <a:lnTo>
                    <a:pt x="5649595" y="602741"/>
                  </a:lnTo>
                  <a:lnTo>
                    <a:pt x="5641848" y="594995"/>
                  </a:lnTo>
                  <a:close/>
                </a:path>
                <a:path w="6172200" h="1781175">
                  <a:moveTo>
                    <a:pt x="2396109" y="594995"/>
                  </a:moveTo>
                  <a:lnTo>
                    <a:pt x="2376804" y="594995"/>
                  </a:lnTo>
                  <a:lnTo>
                    <a:pt x="2369058" y="602741"/>
                  </a:lnTo>
                  <a:lnTo>
                    <a:pt x="2369058" y="621919"/>
                  </a:lnTo>
                  <a:lnTo>
                    <a:pt x="2376804" y="629665"/>
                  </a:lnTo>
                  <a:lnTo>
                    <a:pt x="2396109" y="629665"/>
                  </a:lnTo>
                  <a:lnTo>
                    <a:pt x="2403855" y="621919"/>
                  </a:lnTo>
                  <a:lnTo>
                    <a:pt x="2403855" y="602741"/>
                  </a:lnTo>
                  <a:lnTo>
                    <a:pt x="2396109" y="594995"/>
                  </a:lnTo>
                  <a:close/>
                </a:path>
                <a:path w="6172200" h="1781175">
                  <a:moveTo>
                    <a:pt x="5914771" y="589152"/>
                  </a:moveTo>
                  <a:lnTo>
                    <a:pt x="5895467" y="589152"/>
                  </a:lnTo>
                  <a:lnTo>
                    <a:pt x="5887720" y="596900"/>
                  </a:lnTo>
                  <a:lnTo>
                    <a:pt x="5887720" y="616076"/>
                  </a:lnTo>
                  <a:lnTo>
                    <a:pt x="5895467" y="623951"/>
                  </a:lnTo>
                  <a:lnTo>
                    <a:pt x="5914771" y="623951"/>
                  </a:lnTo>
                  <a:lnTo>
                    <a:pt x="5922518" y="616076"/>
                  </a:lnTo>
                  <a:lnTo>
                    <a:pt x="5922518" y="596900"/>
                  </a:lnTo>
                  <a:lnTo>
                    <a:pt x="5914771" y="589152"/>
                  </a:lnTo>
                  <a:close/>
                </a:path>
                <a:path w="6172200" h="1781175">
                  <a:moveTo>
                    <a:pt x="3487674" y="589152"/>
                  </a:moveTo>
                  <a:lnTo>
                    <a:pt x="3468370" y="589152"/>
                  </a:lnTo>
                  <a:lnTo>
                    <a:pt x="3460623" y="596900"/>
                  </a:lnTo>
                  <a:lnTo>
                    <a:pt x="3460623" y="616076"/>
                  </a:lnTo>
                  <a:lnTo>
                    <a:pt x="3468370" y="623951"/>
                  </a:lnTo>
                  <a:lnTo>
                    <a:pt x="3487674" y="623951"/>
                  </a:lnTo>
                  <a:lnTo>
                    <a:pt x="3495421" y="616076"/>
                  </a:lnTo>
                  <a:lnTo>
                    <a:pt x="3495421" y="596900"/>
                  </a:lnTo>
                  <a:lnTo>
                    <a:pt x="3487674" y="589152"/>
                  </a:lnTo>
                  <a:close/>
                </a:path>
                <a:path w="6172200" h="1781175">
                  <a:moveTo>
                    <a:pt x="2088261" y="589152"/>
                  </a:moveTo>
                  <a:lnTo>
                    <a:pt x="2069084" y="589152"/>
                  </a:lnTo>
                  <a:lnTo>
                    <a:pt x="2061210" y="596900"/>
                  </a:lnTo>
                  <a:lnTo>
                    <a:pt x="2061210" y="616076"/>
                  </a:lnTo>
                  <a:lnTo>
                    <a:pt x="2069084" y="623951"/>
                  </a:lnTo>
                  <a:lnTo>
                    <a:pt x="2088261" y="623951"/>
                  </a:lnTo>
                  <a:lnTo>
                    <a:pt x="2096135" y="616076"/>
                  </a:lnTo>
                  <a:lnTo>
                    <a:pt x="2096135" y="596900"/>
                  </a:lnTo>
                  <a:lnTo>
                    <a:pt x="2088261" y="589152"/>
                  </a:lnTo>
                  <a:close/>
                </a:path>
                <a:path w="6172200" h="1781175">
                  <a:moveTo>
                    <a:pt x="1978025" y="583438"/>
                  </a:moveTo>
                  <a:lnTo>
                    <a:pt x="1958721" y="583438"/>
                  </a:lnTo>
                  <a:lnTo>
                    <a:pt x="1950974" y="591185"/>
                  </a:lnTo>
                  <a:lnTo>
                    <a:pt x="1950974" y="610362"/>
                  </a:lnTo>
                  <a:lnTo>
                    <a:pt x="1958721" y="618109"/>
                  </a:lnTo>
                  <a:lnTo>
                    <a:pt x="1978025" y="618109"/>
                  </a:lnTo>
                  <a:lnTo>
                    <a:pt x="1985772" y="610362"/>
                  </a:lnTo>
                  <a:lnTo>
                    <a:pt x="1985772" y="591185"/>
                  </a:lnTo>
                  <a:lnTo>
                    <a:pt x="1978025" y="583438"/>
                  </a:lnTo>
                  <a:close/>
                </a:path>
                <a:path w="6172200" h="1781175">
                  <a:moveTo>
                    <a:pt x="1606423" y="583438"/>
                  </a:moveTo>
                  <a:lnTo>
                    <a:pt x="1587119" y="583438"/>
                  </a:lnTo>
                  <a:lnTo>
                    <a:pt x="1579372" y="591185"/>
                  </a:lnTo>
                  <a:lnTo>
                    <a:pt x="1579372" y="610362"/>
                  </a:lnTo>
                  <a:lnTo>
                    <a:pt x="1587119" y="618109"/>
                  </a:lnTo>
                  <a:lnTo>
                    <a:pt x="1606423" y="618109"/>
                  </a:lnTo>
                  <a:lnTo>
                    <a:pt x="1614170" y="610362"/>
                  </a:lnTo>
                  <a:lnTo>
                    <a:pt x="1614170" y="591185"/>
                  </a:lnTo>
                  <a:lnTo>
                    <a:pt x="1606423" y="583438"/>
                  </a:lnTo>
                  <a:close/>
                </a:path>
                <a:path w="6172200" h="1781175">
                  <a:moveTo>
                    <a:pt x="1002538" y="583438"/>
                  </a:moveTo>
                  <a:lnTo>
                    <a:pt x="983234" y="583438"/>
                  </a:lnTo>
                  <a:lnTo>
                    <a:pt x="975487" y="591185"/>
                  </a:lnTo>
                  <a:lnTo>
                    <a:pt x="975487" y="610362"/>
                  </a:lnTo>
                  <a:lnTo>
                    <a:pt x="983234" y="618109"/>
                  </a:lnTo>
                  <a:lnTo>
                    <a:pt x="1002538" y="618109"/>
                  </a:lnTo>
                  <a:lnTo>
                    <a:pt x="1010285" y="610362"/>
                  </a:lnTo>
                  <a:lnTo>
                    <a:pt x="1010285" y="591185"/>
                  </a:lnTo>
                  <a:lnTo>
                    <a:pt x="1002538" y="583438"/>
                  </a:lnTo>
                  <a:close/>
                </a:path>
                <a:path w="6172200" h="1781175">
                  <a:moveTo>
                    <a:pt x="497332" y="583438"/>
                  </a:moveTo>
                  <a:lnTo>
                    <a:pt x="478154" y="583438"/>
                  </a:lnTo>
                  <a:lnTo>
                    <a:pt x="470280" y="591185"/>
                  </a:lnTo>
                  <a:lnTo>
                    <a:pt x="470280" y="610362"/>
                  </a:lnTo>
                  <a:lnTo>
                    <a:pt x="478154" y="618109"/>
                  </a:lnTo>
                  <a:lnTo>
                    <a:pt x="497332" y="618109"/>
                  </a:lnTo>
                  <a:lnTo>
                    <a:pt x="505205" y="610362"/>
                  </a:lnTo>
                  <a:lnTo>
                    <a:pt x="505205" y="591185"/>
                  </a:lnTo>
                  <a:lnTo>
                    <a:pt x="497332" y="583438"/>
                  </a:lnTo>
                  <a:close/>
                </a:path>
                <a:path w="6172200" h="1781175">
                  <a:moveTo>
                    <a:pt x="375412" y="583438"/>
                  </a:moveTo>
                  <a:lnTo>
                    <a:pt x="356235" y="583438"/>
                  </a:lnTo>
                  <a:lnTo>
                    <a:pt x="348361" y="591185"/>
                  </a:lnTo>
                  <a:lnTo>
                    <a:pt x="348361" y="610362"/>
                  </a:lnTo>
                  <a:lnTo>
                    <a:pt x="356235" y="618109"/>
                  </a:lnTo>
                  <a:lnTo>
                    <a:pt x="375412" y="618109"/>
                  </a:lnTo>
                  <a:lnTo>
                    <a:pt x="383159" y="610362"/>
                  </a:lnTo>
                  <a:lnTo>
                    <a:pt x="383159" y="591185"/>
                  </a:lnTo>
                  <a:lnTo>
                    <a:pt x="375412" y="583438"/>
                  </a:lnTo>
                  <a:close/>
                </a:path>
                <a:path w="6172200" h="1781175">
                  <a:moveTo>
                    <a:pt x="3255391" y="577596"/>
                  </a:moveTo>
                  <a:lnTo>
                    <a:pt x="3236214" y="577596"/>
                  </a:lnTo>
                  <a:lnTo>
                    <a:pt x="3228340" y="585342"/>
                  </a:lnTo>
                  <a:lnTo>
                    <a:pt x="3228340" y="604520"/>
                  </a:lnTo>
                  <a:lnTo>
                    <a:pt x="3236214" y="612266"/>
                  </a:lnTo>
                  <a:lnTo>
                    <a:pt x="3255391" y="612266"/>
                  </a:lnTo>
                  <a:lnTo>
                    <a:pt x="3263138" y="604520"/>
                  </a:lnTo>
                  <a:lnTo>
                    <a:pt x="3263138" y="585342"/>
                  </a:lnTo>
                  <a:lnTo>
                    <a:pt x="3255391" y="577596"/>
                  </a:lnTo>
                  <a:close/>
                </a:path>
                <a:path w="6172200" h="1781175">
                  <a:moveTo>
                    <a:pt x="3766311" y="571753"/>
                  </a:moveTo>
                  <a:lnTo>
                    <a:pt x="3747134" y="571753"/>
                  </a:lnTo>
                  <a:lnTo>
                    <a:pt x="3739260" y="579627"/>
                  </a:lnTo>
                  <a:lnTo>
                    <a:pt x="3739260" y="598804"/>
                  </a:lnTo>
                  <a:lnTo>
                    <a:pt x="3747134" y="606551"/>
                  </a:lnTo>
                  <a:lnTo>
                    <a:pt x="3766311" y="606551"/>
                  </a:lnTo>
                  <a:lnTo>
                    <a:pt x="3774185" y="598804"/>
                  </a:lnTo>
                  <a:lnTo>
                    <a:pt x="3774185" y="579627"/>
                  </a:lnTo>
                  <a:lnTo>
                    <a:pt x="3766311" y="571753"/>
                  </a:lnTo>
                  <a:close/>
                </a:path>
                <a:path w="6172200" h="1781175">
                  <a:moveTo>
                    <a:pt x="5444363" y="566038"/>
                  </a:moveTo>
                  <a:lnTo>
                    <a:pt x="5425185" y="566038"/>
                  </a:lnTo>
                  <a:lnTo>
                    <a:pt x="5417311" y="573786"/>
                  </a:lnTo>
                  <a:lnTo>
                    <a:pt x="5417311" y="592963"/>
                  </a:lnTo>
                  <a:lnTo>
                    <a:pt x="5425185" y="600710"/>
                  </a:lnTo>
                  <a:lnTo>
                    <a:pt x="5444363" y="600710"/>
                  </a:lnTo>
                  <a:lnTo>
                    <a:pt x="5452236" y="592963"/>
                  </a:lnTo>
                  <a:lnTo>
                    <a:pt x="5452236" y="573786"/>
                  </a:lnTo>
                  <a:lnTo>
                    <a:pt x="5444363" y="566038"/>
                  </a:lnTo>
                  <a:close/>
                </a:path>
                <a:path w="6172200" h="1781175">
                  <a:moveTo>
                    <a:pt x="4027678" y="566038"/>
                  </a:moveTo>
                  <a:lnTo>
                    <a:pt x="4008374" y="566038"/>
                  </a:lnTo>
                  <a:lnTo>
                    <a:pt x="4000627" y="573786"/>
                  </a:lnTo>
                  <a:lnTo>
                    <a:pt x="4000627" y="592963"/>
                  </a:lnTo>
                  <a:lnTo>
                    <a:pt x="4008374" y="600710"/>
                  </a:lnTo>
                  <a:lnTo>
                    <a:pt x="4027678" y="600710"/>
                  </a:lnTo>
                  <a:lnTo>
                    <a:pt x="4035425" y="592963"/>
                  </a:lnTo>
                  <a:lnTo>
                    <a:pt x="4035425" y="573786"/>
                  </a:lnTo>
                  <a:lnTo>
                    <a:pt x="4027678" y="566038"/>
                  </a:lnTo>
                  <a:close/>
                </a:path>
                <a:path w="6172200" h="1781175">
                  <a:moveTo>
                    <a:pt x="1832864" y="566038"/>
                  </a:moveTo>
                  <a:lnTo>
                    <a:pt x="1813560" y="566038"/>
                  </a:lnTo>
                  <a:lnTo>
                    <a:pt x="1805813" y="573786"/>
                  </a:lnTo>
                  <a:lnTo>
                    <a:pt x="1805813" y="592963"/>
                  </a:lnTo>
                  <a:lnTo>
                    <a:pt x="1813560" y="600710"/>
                  </a:lnTo>
                  <a:lnTo>
                    <a:pt x="1832864" y="600710"/>
                  </a:lnTo>
                  <a:lnTo>
                    <a:pt x="1840611" y="592963"/>
                  </a:lnTo>
                  <a:lnTo>
                    <a:pt x="1840611" y="573786"/>
                  </a:lnTo>
                  <a:lnTo>
                    <a:pt x="1832864" y="566038"/>
                  </a:lnTo>
                  <a:close/>
                </a:path>
                <a:path w="6172200" h="1781175">
                  <a:moveTo>
                    <a:pt x="1118615" y="566038"/>
                  </a:moveTo>
                  <a:lnTo>
                    <a:pt x="1099439" y="566038"/>
                  </a:lnTo>
                  <a:lnTo>
                    <a:pt x="1091564" y="573786"/>
                  </a:lnTo>
                  <a:lnTo>
                    <a:pt x="1091564" y="592963"/>
                  </a:lnTo>
                  <a:lnTo>
                    <a:pt x="1099439" y="600710"/>
                  </a:lnTo>
                  <a:lnTo>
                    <a:pt x="1118615" y="600710"/>
                  </a:lnTo>
                  <a:lnTo>
                    <a:pt x="1126489" y="592963"/>
                  </a:lnTo>
                  <a:lnTo>
                    <a:pt x="1126489" y="573786"/>
                  </a:lnTo>
                  <a:lnTo>
                    <a:pt x="1118615" y="566038"/>
                  </a:lnTo>
                  <a:close/>
                </a:path>
                <a:path w="6172200" h="1781175">
                  <a:moveTo>
                    <a:pt x="6013450" y="560197"/>
                  </a:moveTo>
                  <a:lnTo>
                    <a:pt x="5994146" y="560197"/>
                  </a:lnTo>
                  <a:lnTo>
                    <a:pt x="5986399" y="568071"/>
                  </a:lnTo>
                  <a:lnTo>
                    <a:pt x="5986399" y="587248"/>
                  </a:lnTo>
                  <a:lnTo>
                    <a:pt x="5994146" y="594995"/>
                  </a:lnTo>
                  <a:lnTo>
                    <a:pt x="6013450" y="594995"/>
                  </a:lnTo>
                  <a:lnTo>
                    <a:pt x="6021197" y="587248"/>
                  </a:lnTo>
                  <a:lnTo>
                    <a:pt x="6021197" y="568071"/>
                  </a:lnTo>
                  <a:lnTo>
                    <a:pt x="6013450" y="560197"/>
                  </a:lnTo>
                  <a:close/>
                </a:path>
                <a:path w="6172200" h="1781175">
                  <a:moveTo>
                    <a:pt x="3371469" y="560197"/>
                  </a:moveTo>
                  <a:lnTo>
                    <a:pt x="3352292" y="560197"/>
                  </a:lnTo>
                  <a:lnTo>
                    <a:pt x="3344545" y="568071"/>
                  </a:lnTo>
                  <a:lnTo>
                    <a:pt x="3344545" y="587248"/>
                  </a:lnTo>
                  <a:lnTo>
                    <a:pt x="3352292" y="594995"/>
                  </a:lnTo>
                  <a:lnTo>
                    <a:pt x="3371469" y="594995"/>
                  </a:lnTo>
                  <a:lnTo>
                    <a:pt x="3379343" y="587248"/>
                  </a:lnTo>
                  <a:lnTo>
                    <a:pt x="3379343" y="568071"/>
                  </a:lnTo>
                  <a:lnTo>
                    <a:pt x="3371469" y="560197"/>
                  </a:lnTo>
                  <a:close/>
                </a:path>
                <a:path w="6172200" h="1781175">
                  <a:moveTo>
                    <a:pt x="2796666" y="560197"/>
                  </a:moveTo>
                  <a:lnTo>
                    <a:pt x="2777490" y="560197"/>
                  </a:lnTo>
                  <a:lnTo>
                    <a:pt x="2769616" y="568071"/>
                  </a:lnTo>
                  <a:lnTo>
                    <a:pt x="2769616" y="587248"/>
                  </a:lnTo>
                  <a:lnTo>
                    <a:pt x="2777490" y="594995"/>
                  </a:lnTo>
                  <a:lnTo>
                    <a:pt x="2796666" y="594995"/>
                  </a:lnTo>
                  <a:lnTo>
                    <a:pt x="2804541" y="587248"/>
                  </a:lnTo>
                  <a:lnTo>
                    <a:pt x="2804541" y="568071"/>
                  </a:lnTo>
                  <a:lnTo>
                    <a:pt x="2796666" y="560197"/>
                  </a:lnTo>
                  <a:close/>
                </a:path>
                <a:path w="6172200" h="1781175">
                  <a:moveTo>
                    <a:pt x="4346956" y="554482"/>
                  </a:moveTo>
                  <a:lnTo>
                    <a:pt x="4327779" y="554482"/>
                  </a:lnTo>
                  <a:lnTo>
                    <a:pt x="4319905" y="562228"/>
                  </a:lnTo>
                  <a:lnTo>
                    <a:pt x="4319905" y="581405"/>
                  </a:lnTo>
                  <a:lnTo>
                    <a:pt x="4327779" y="589152"/>
                  </a:lnTo>
                  <a:lnTo>
                    <a:pt x="4346956" y="589152"/>
                  </a:lnTo>
                  <a:lnTo>
                    <a:pt x="4354830" y="581405"/>
                  </a:lnTo>
                  <a:lnTo>
                    <a:pt x="4354830" y="562228"/>
                  </a:lnTo>
                  <a:lnTo>
                    <a:pt x="4346956" y="554482"/>
                  </a:lnTo>
                  <a:close/>
                </a:path>
                <a:path w="6172200" h="1781175">
                  <a:moveTo>
                    <a:pt x="4178554" y="554482"/>
                  </a:moveTo>
                  <a:lnTo>
                    <a:pt x="4159377" y="554482"/>
                  </a:lnTo>
                  <a:lnTo>
                    <a:pt x="4151629" y="562228"/>
                  </a:lnTo>
                  <a:lnTo>
                    <a:pt x="4151629" y="581405"/>
                  </a:lnTo>
                  <a:lnTo>
                    <a:pt x="4159377" y="589152"/>
                  </a:lnTo>
                  <a:lnTo>
                    <a:pt x="4178554" y="589152"/>
                  </a:lnTo>
                  <a:lnTo>
                    <a:pt x="4186428" y="581405"/>
                  </a:lnTo>
                  <a:lnTo>
                    <a:pt x="4186428" y="562228"/>
                  </a:lnTo>
                  <a:lnTo>
                    <a:pt x="4178554" y="554482"/>
                  </a:lnTo>
                  <a:close/>
                </a:path>
                <a:path w="6172200" h="1781175">
                  <a:moveTo>
                    <a:pt x="1345057" y="548639"/>
                  </a:moveTo>
                  <a:lnTo>
                    <a:pt x="1325879" y="548639"/>
                  </a:lnTo>
                  <a:lnTo>
                    <a:pt x="1318005" y="556387"/>
                  </a:lnTo>
                  <a:lnTo>
                    <a:pt x="1318005" y="575563"/>
                  </a:lnTo>
                  <a:lnTo>
                    <a:pt x="1325879" y="583438"/>
                  </a:lnTo>
                  <a:lnTo>
                    <a:pt x="1345057" y="583438"/>
                  </a:lnTo>
                  <a:lnTo>
                    <a:pt x="1352930" y="575563"/>
                  </a:lnTo>
                  <a:lnTo>
                    <a:pt x="1352930" y="556387"/>
                  </a:lnTo>
                  <a:lnTo>
                    <a:pt x="1345057" y="548639"/>
                  </a:lnTo>
                  <a:close/>
                </a:path>
                <a:path w="6172200" h="1781175">
                  <a:moveTo>
                    <a:pt x="131572" y="542925"/>
                  </a:moveTo>
                  <a:lnTo>
                    <a:pt x="112267" y="542925"/>
                  </a:lnTo>
                  <a:lnTo>
                    <a:pt x="104521" y="550672"/>
                  </a:lnTo>
                  <a:lnTo>
                    <a:pt x="104521" y="569849"/>
                  </a:lnTo>
                  <a:lnTo>
                    <a:pt x="112267" y="577596"/>
                  </a:lnTo>
                  <a:lnTo>
                    <a:pt x="131572" y="577596"/>
                  </a:lnTo>
                  <a:lnTo>
                    <a:pt x="139319" y="569849"/>
                  </a:lnTo>
                  <a:lnTo>
                    <a:pt x="139319" y="550672"/>
                  </a:lnTo>
                  <a:lnTo>
                    <a:pt x="131572" y="542925"/>
                  </a:lnTo>
                  <a:close/>
                </a:path>
                <a:path w="6172200" h="1781175">
                  <a:moveTo>
                    <a:pt x="2506345" y="537083"/>
                  </a:moveTo>
                  <a:lnTo>
                    <a:pt x="2487167" y="537083"/>
                  </a:lnTo>
                  <a:lnTo>
                    <a:pt x="2479294" y="544829"/>
                  </a:lnTo>
                  <a:lnTo>
                    <a:pt x="2479294" y="564007"/>
                  </a:lnTo>
                  <a:lnTo>
                    <a:pt x="2487167" y="571753"/>
                  </a:lnTo>
                  <a:lnTo>
                    <a:pt x="2506345" y="571753"/>
                  </a:lnTo>
                  <a:lnTo>
                    <a:pt x="2514219" y="564007"/>
                  </a:lnTo>
                  <a:lnTo>
                    <a:pt x="2514219" y="544829"/>
                  </a:lnTo>
                  <a:lnTo>
                    <a:pt x="2506345" y="537083"/>
                  </a:lnTo>
                  <a:close/>
                </a:path>
                <a:path w="6172200" h="1781175">
                  <a:moveTo>
                    <a:pt x="247650" y="537083"/>
                  </a:moveTo>
                  <a:lnTo>
                    <a:pt x="228473" y="537083"/>
                  </a:lnTo>
                  <a:lnTo>
                    <a:pt x="220599" y="544829"/>
                  </a:lnTo>
                  <a:lnTo>
                    <a:pt x="220599" y="564007"/>
                  </a:lnTo>
                  <a:lnTo>
                    <a:pt x="228473" y="571753"/>
                  </a:lnTo>
                  <a:lnTo>
                    <a:pt x="247650" y="571753"/>
                  </a:lnTo>
                  <a:lnTo>
                    <a:pt x="255524" y="564007"/>
                  </a:lnTo>
                  <a:lnTo>
                    <a:pt x="255524" y="544829"/>
                  </a:lnTo>
                  <a:lnTo>
                    <a:pt x="247650" y="537083"/>
                  </a:lnTo>
                  <a:close/>
                </a:path>
                <a:path w="6172200" h="1781175">
                  <a:moveTo>
                    <a:pt x="1687702" y="531367"/>
                  </a:moveTo>
                  <a:lnTo>
                    <a:pt x="1668399" y="531367"/>
                  </a:lnTo>
                  <a:lnTo>
                    <a:pt x="1660652" y="539114"/>
                  </a:lnTo>
                  <a:lnTo>
                    <a:pt x="1660652" y="558291"/>
                  </a:lnTo>
                  <a:lnTo>
                    <a:pt x="1668399" y="566038"/>
                  </a:lnTo>
                  <a:lnTo>
                    <a:pt x="1687702" y="566038"/>
                  </a:lnTo>
                  <a:lnTo>
                    <a:pt x="1695450" y="558291"/>
                  </a:lnTo>
                  <a:lnTo>
                    <a:pt x="1695450" y="539114"/>
                  </a:lnTo>
                  <a:lnTo>
                    <a:pt x="1687702" y="531367"/>
                  </a:lnTo>
                  <a:close/>
                </a:path>
                <a:path w="6172200" h="1781175">
                  <a:moveTo>
                    <a:pt x="3615435" y="525526"/>
                  </a:moveTo>
                  <a:lnTo>
                    <a:pt x="3596131" y="525526"/>
                  </a:lnTo>
                  <a:lnTo>
                    <a:pt x="3588384" y="533273"/>
                  </a:lnTo>
                  <a:lnTo>
                    <a:pt x="3588384" y="552450"/>
                  </a:lnTo>
                  <a:lnTo>
                    <a:pt x="3596131" y="560197"/>
                  </a:lnTo>
                  <a:lnTo>
                    <a:pt x="3615435" y="560197"/>
                  </a:lnTo>
                  <a:lnTo>
                    <a:pt x="3623182" y="552450"/>
                  </a:lnTo>
                  <a:lnTo>
                    <a:pt x="3623182" y="533273"/>
                  </a:lnTo>
                  <a:lnTo>
                    <a:pt x="3615435" y="525526"/>
                  </a:lnTo>
                  <a:close/>
                </a:path>
                <a:path w="6172200" h="1781175">
                  <a:moveTo>
                    <a:pt x="2680589" y="525526"/>
                  </a:moveTo>
                  <a:lnTo>
                    <a:pt x="2661285" y="525526"/>
                  </a:lnTo>
                  <a:lnTo>
                    <a:pt x="2653538" y="533273"/>
                  </a:lnTo>
                  <a:lnTo>
                    <a:pt x="2653538" y="552450"/>
                  </a:lnTo>
                  <a:lnTo>
                    <a:pt x="2661285" y="560197"/>
                  </a:lnTo>
                  <a:lnTo>
                    <a:pt x="2680589" y="560197"/>
                  </a:lnTo>
                  <a:lnTo>
                    <a:pt x="2688336" y="552450"/>
                  </a:lnTo>
                  <a:lnTo>
                    <a:pt x="2688336" y="533273"/>
                  </a:lnTo>
                  <a:lnTo>
                    <a:pt x="2680589" y="525526"/>
                  </a:lnTo>
                  <a:close/>
                </a:path>
                <a:path w="6172200" h="1781175">
                  <a:moveTo>
                    <a:pt x="712215" y="525526"/>
                  </a:moveTo>
                  <a:lnTo>
                    <a:pt x="692912" y="525526"/>
                  </a:lnTo>
                  <a:lnTo>
                    <a:pt x="685164" y="533273"/>
                  </a:lnTo>
                  <a:lnTo>
                    <a:pt x="685164" y="552450"/>
                  </a:lnTo>
                  <a:lnTo>
                    <a:pt x="692912" y="560197"/>
                  </a:lnTo>
                  <a:lnTo>
                    <a:pt x="712215" y="560197"/>
                  </a:lnTo>
                  <a:lnTo>
                    <a:pt x="719963" y="552450"/>
                  </a:lnTo>
                  <a:lnTo>
                    <a:pt x="719963" y="533273"/>
                  </a:lnTo>
                  <a:lnTo>
                    <a:pt x="712215" y="525526"/>
                  </a:lnTo>
                  <a:close/>
                </a:path>
                <a:path w="6172200" h="1781175">
                  <a:moveTo>
                    <a:pt x="3040506" y="519684"/>
                  </a:moveTo>
                  <a:lnTo>
                    <a:pt x="3021329" y="519684"/>
                  </a:lnTo>
                  <a:lnTo>
                    <a:pt x="3013455" y="527558"/>
                  </a:lnTo>
                  <a:lnTo>
                    <a:pt x="3013455" y="546735"/>
                  </a:lnTo>
                  <a:lnTo>
                    <a:pt x="3021329" y="554482"/>
                  </a:lnTo>
                  <a:lnTo>
                    <a:pt x="3040506" y="554482"/>
                  </a:lnTo>
                  <a:lnTo>
                    <a:pt x="3048380" y="546735"/>
                  </a:lnTo>
                  <a:lnTo>
                    <a:pt x="3048380" y="527558"/>
                  </a:lnTo>
                  <a:lnTo>
                    <a:pt x="3040506" y="519684"/>
                  </a:lnTo>
                  <a:close/>
                </a:path>
                <a:path w="6172200" h="1781175">
                  <a:moveTo>
                    <a:pt x="2912872" y="519684"/>
                  </a:moveTo>
                  <a:lnTo>
                    <a:pt x="2893567" y="519684"/>
                  </a:lnTo>
                  <a:lnTo>
                    <a:pt x="2885821" y="527558"/>
                  </a:lnTo>
                  <a:lnTo>
                    <a:pt x="2885821" y="546735"/>
                  </a:lnTo>
                  <a:lnTo>
                    <a:pt x="2893567" y="554482"/>
                  </a:lnTo>
                  <a:lnTo>
                    <a:pt x="2912872" y="554482"/>
                  </a:lnTo>
                  <a:lnTo>
                    <a:pt x="2920619" y="546735"/>
                  </a:lnTo>
                  <a:lnTo>
                    <a:pt x="2920619" y="527558"/>
                  </a:lnTo>
                  <a:lnTo>
                    <a:pt x="2912872" y="519684"/>
                  </a:lnTo>
                  <a:close/>
                </a:path>
                <a:path w="6172200" h="1781175">
                  <a:moveTo>
                    <a:pt x="813562" y="519684"/>
                  </a:moveTo>
                  <a:lnTo>
                    <a:pt x="800735" y="519684"/>
                  </a:lnTo>
                  <a:lnTo>
                    <a:pt x="795527" y="524890"/>
                  </a:lnTo>
                  <a:lnTo>
                    <a:pt x="795527" y="537717"/>
                  </a:lnTo>
                  <a:lnTo>
                    <a:pt x="800735" y="542925"/>
                  </a:lnTo>
                  <a:lnTo>
                    <a:pt x="813562" y="542925"/>
                  </a:lnTo>
                  <a:lnTo>
                    <a:pt x="818641" y="537717"/>
                  </a:lnTo>
                  <a:lnTo>
                    <a:pt x="818641" y="524890"/>
                  </a:lnTo>
                  <a:lnTo>
                    <a:pt x="813562" y="519684"/>
                  </a:lnTo>
                  <a:close/>
                </a:path>
                <a:path w="6172200" h="1781175">
                  <a:moveTo>
                    <a:pt x="601852" y="519684"/>
                  </a:moveTo>
                  <a:lnTo>
                    <a:pt x="582676" y="519684"/>
                  </a:lnTo>
                  <a:lnTo>
                    <a:pt x="574801" y="527558"/>
                  </a:lnTo>
                  <a:lnTo>
                    <a:pt x="574801" y="546735"/>
                  </a:lnTo>
                  <a:lnTo>
                    <a:pt x="582676" y="554482"/>
                  </a:lnTo>
                  <a:lnTo>
                    <a:pt x="601852" y="554482"/>
                  </a:lnTo>
                  <a:lnTo>
                    <a:pt x="609726" y="546735"/>
                  </a:lnTo>
                  <a:lnTo>
                    <a:pt x="609726" y="527558"/>
                  </a:lnTo>
                  <a:lnTo>
                    <a:pt x="601852" y="519684"/>
                  </a:lnTo>
                  <a:close/>
                </a:path>
                <a:path w="6172200" h="1781175">
                  <a:moveTo>
                    <a:pt x="5821807" y="513969"/>
                  </a:moveTo>
                  <a:lnTo>
                    <a:pt x="5802630" y="513969"/>
                  </a:lnTo>
                  <a:lnTo>
                    <a:pt x="5794756" y="521715"/>
                  </a:lnTo>
                  <a:lnTo>
                    <a:pt x="5794756" y="540892"/>
                  </a:lnTo>
                  <a:lnTo>
                    <a:pt x="5802630" y="548639"/>
                  </a:lnTo>
                  <a:lnTo>
                    <a:pt x="5821807" y="548639"/>
                  </a:lnTo>
                  <a:lnTo>
                    <a:pt x="5829681" y="540892"/>
                  </a:lnTo>
                  <a:lnTo>
                    <a:pt x="5829681" y="521715"/>
                  </a:lnTo>
                  <a:lnTo>
                    <a:pt x="5821807" y="513969"/>
                  </a:lnTo>
                  <a:close/>
                </a:path>
                <a:path w="6172200" h="1781175">
                  <a:moveTo>
                    <a:pt x="5543169" y="513969"/>
                  </a:moveTo>
                  <a:lnTo>
                    <a:pt x="5523865" y="513969"/>
                  </a:lnTo>
                  <a:lnTo>
                    <a:pt x="5516118" y="521715"/>
                  </a:lnTo>
                  <a:lnTo>
                    <a:pt x="5516118" y="540892"/>
                  </a:lnTo>
                  <a:lnTo>
                    <a:pt x="5523865" y="548639"/>
                  </a:lnTo>
                  <a:lnTo>
                    <a:pt x="5543169" y="548639"/>
                  </a:lnTo>
                  <a:lnTo>
                    <a:pt x="5550916" y="540892"/>
                  </a:lnTo>
                  <a:lnTo>
                    <a:pt x="5550916" y="521715"/>
                  </a:lnTo>
                  <a:lnTo>
                    <a:pt x="5543169" y="513969"/>
                  </a:lnTo>
                  <a:close/>
                </a:path>
                <a:path w="6172200" h="1781175">
                  <a:moveTo>
                    <a:pt x="3888231" y="513969"/>
                  </a:moveTo>
                  <a:lnTo>
                    <a:pt x="3869054" y="513969"/>
                  </a:lnTo>
                  <a:lnTo>
                    <a:pt x="3861307" y="521715"/>
                  </a:lnTo>
                  <a:lnTo>
                    <a:pt x="3861307" y="540892"/>
                  </a:lnTo>
                  <a:lnTo>
                    <a:pt x="3869054" y="548639"/>
                  </a:lnTo>
                  <a:lnTo>
                    <a:pt x="3888231" y="548639"/>
                  </a:lnTo>
                  <a:lnTo>
                    <a:pt x="3896105" y="540892"/>
                  </a:lnTo>
                  <a:lnTo>
                    <a:pt x="3896105" y="521715"/>
                  </a:lnTo>
                  <a:lnTo>
                    <a:pt x="3888231" y="513969"/>
                  </a:lnTo>
                  <a:close/>
                </a:path>
                <a:path w="6172200" h="1781175">
                  <a:moveTo>
                    <a:pt x="2157984" y="513969"/>
                  </a:moveTo>
                  <a:lnTo>
                    <a:pt x="2138807" y="513969"/>
                  </a:lnTo>
                  <a:lnTo>
                    <a:pt x="2130933" y="521715"/>
                  </a:lnTo>
                  <a:lnTo>
                    <a:pt x="2130933" y="540892"/>
                  </a:lnTo>
                  <a:lnTo>
                    <a:pt x="2138807" y="548639"/>
                  </a:lnTo>
                  <a:lnTo>
                    <a:pt x="2157984" y="548639"/>
                  </a:lnTo>
                  <a:lnTo>
                    <a:pt x="2165730" y="540892"/>
                  </a:lnTo>
                  <a:lnTo>
                    <a:pt x="2165730" y="521715"/>
                  </a:lnTo>
                  <a:lnTo>
                    <a:pt x="2157984" y="513969"/>
                  </a:lnTo>
                  <a:close/>
                </a:path>
                <a:path w="6172200" h="1781175">
                  <a:moveTo>
                    <a:pt x="1217295" y="513969"/>
                  </a:moveTo>
                  <a:lnTo>
                    <a:pt x="1198117" y="513969"/>
                  </a:lnTo>
                  <a:lnTo>
                    <a:pt x="1190371" y="521715"/>
                  </a:lnTo>
                  <a:lnTo>
                    <a:pt x="1190371" y="540892"/>
                  </a:lnTo>
                  <a:lnTo>
                    <a:pt x="1198117" y="548639"/>
                  </a:lnTo>
                  <a:lnTo>
                    <a:pt x="1217295" y="548639"/>
                  </a:lnTo>
                  <a:lnTo>
                    <a:pt x="1225169" y="540892"/>
                  </a:lnTo>
                  <a:lnTo>
                    <a:pt x="1225169" y="521715"/>
                  </a:lnTo>
                  <a:lnTo>
                    <a:pt x="1217295" y="513969"/>
                  </a:lnTo>
                  <a:close/>
                </a:path>
                <a:path w="6172200" h="1781175">
                  <a:moveTo>
                    <a:pt x="2337942" y="508126"/>
                  </a:moveTo>
                  <a:lnTo>
                    <a:pt x="2318766" y="508126"/>
                  </a:lnTo>
                  <a:lnTo>
                    <a:pt x="2310891" y="515874"/>
                  </a:lnTo>
                  <a:lnTo>
                    <a:pt x="2310891" y="535051"/>
                  </a:lnTo>
                  <a:lnTo>
                    <a:pt x="2318766" y="542925"/>
                  </a:lnTo>
                  <a:lnTo>
                    <a:pt x="2337942" y="542925"/>
                  </a:lnTo>
                  <a:lnTo>
                    <a:pt x="2345816" y="535051"/>
                  </a:lnTo>
                  <a:lnTo>
                    <a:pt x="2345816" y="515874"/>
                  </a:lnTo>
                  <a:lnTo>
                    <a:pt x="2337942" y="508126"/>
                  </a:lnTo>
                  <a:close/>
                </a:path>
                <a:path w="6172200" h="1781175">
                  <a:moveTo>
                    <a:pt x="5351526" y="502412"/>
                  </a:moveTo>
                  <a:lnTo>
                    <a:pt x="5332222" y="502412"/>
                  </a:lnTo>
                  <a:lnTo>
                    <a:pt x="5324475" y="510159"/>
                  </a:lnTo>
                  <a:lnTo>
                    <a:pt x="5324475" y="529336"/>
                  </a:lnTo>
                  <a:lnTo>
                    <a:pt x="5332222" y="537083"/>
                  </a:lnTo>
                  <a:lnTo>
                    <a:pt x="5351526" y="537083"/>
                  </a:lnTo>
                  <a:lnTo>
                    <a:pt x="5359273" y="529336"/>
                  </a:lnTo>
                  <a:lnTo>
                    <a:pt x="5359273" y="510159"/>
                  </a:lnTo>
                  <a:lnTo>
                    <a:pt x="5351526" y="502412"/>
                  </a:lnTo>
                  <a:close/>
                </a:path>
                <a:path w="6172200" h="1781175">
                  <a:moveTo>
                    <a:pt x="4677918" y="502412"/>
                  </a:moveTo>
                  <a:lnTo>
                    <a:pt x="4658741" y="502412"/>
                  </a:lnTo>
                  <a:lnTo>
                    <a:pt x="4650867" y="510159"/>
                  </a:lnTo>
                  <a:lnTo>
                    <a:pt x="4650867" y="529336"/>
                  </a:lnTo>
                  <a:lnTo>
                    <a:pt x="4658741" y="537083"/>
                  </a:lnTo>
                  <a:lnTo>
                    <a:pt x="4677918" y="537083"/>
                  </a:lnTo>
                  <a:lnTo>
                    <a:pt x="4685792" y="529336"/>
                  </a:lnTo>
                  <a:lnTo>
                    <a:pt x="4685792" y="510159"/>
                  </a:lnTo>
                  <a:lnTo>
                    <a:pt x="4677918" y="502412"/>
                  </a:lnTo>
                  <a:close/>
                </a:path>
                <a:path w="6172200" h="1781175">
                  <a:moveTo>
                    <a:pt x="1472819" y="502412"/>
                  </a:moveTo>
                  <a:lnTo>
                    <a:pt x="1453641" y="502412"/>
                  </a:lnTo>
                  <a:lnTo>
                    <a:pt x="1445767" y="510159"/>
                  </a:lnTo>
                  <a:lnTo>
                    <a:pt x="1445767" y="529336"/>
                  </a:lnTo>
                  <a:lnTo>
                    <a:pt x="1453641" y="537083"/>
                  </a:lnTo>
                  <a:lnTo>
                    <a:pt x="1472819" y="537083"/>
                  </a:lnTo>
                  <a:lnTo>
                    <a:pt x="1480692" y="529336"/>
                  </a:lnTo>
                  <a:lnTo>
                    <a:pt x="1480692" y="510159"/>
                  </a:lnTo>
                  <a:lnTo>
                    <a:pt x="1472819" y="502412"/>
                  </a:lnTo>
                  <a:close/>
                </a:path>
                <a:path w="6172200" h="1781175">
                  <a:moveTo>
                    <a:pt x="6129528" y="496570"/>
                  </a:moveTo>
                  <a:lnTo>
                    <a:pt x="6110351" y="496570"/>
                  </a:lnTo>
                  <a:lnTo>
                    <a:pt x="6102477" y="504316"/>
                  </a:lnTo>
                  <a:lnTo>
                    <a:pt x="6102477" y="523494"/>
                  </a:lnTo>
                  <a:lnTo>
                    <a:pt x="6110351" y="531367"/>
                  </a:lnTo>
                  <a:lnTo>
                    <a:pt x="6129528" y="531367"/>
                  </a:lnTo>
                  <a:lnTo>
                    <a:pt x="6137402" y="523494"/>
                  </a:lnTo>
                  <a:lnTo>
                    <a:pt x="6137402" y="504316"/>
                  </a:lnTo>
                  <a:lnTo>
                    <a:pt x="6129528" y="496570"/>
                  </a:lnTo>
                  <a:close/>
                </a:path>
                <a:path w="6172200" h="1781175">
                  <a:moveTo>
                    <a:pt x="5705729" y="490854"/>
                  </a:moveTo>
                  <a:lnTo>
                    <a:pt x="5686425" y="490854"/>
                  </a:lnTo>
                  <a:lnTo>
                    <a:pt x="5678678" y="498601"/>
                  </a:lnTo>
                  <a:lnTo>
                    <a:pt x="5678678" y="517778"/>
                  </a:lnTo>
                  <a:lnTo>
                    <a:pt x="5686425" y="525526"/>
                  </a:lnTo>
                  <a:lnTo>
                    <a:pt x="5705729" y="525526"/>
                  </a:lnTo>
                  <a:lnTo>
                    <a:pt x="5713476" y="517778"/>
                  </a:lnTo>
                  <a:lnTo>
                    <a:pt x="5713476" y="498601"/>
                  </a:lnTo>
                  <a:lnTo>
                    <a:pt x="5705729" y="490854"/>
                  </a:lnTo>
                  <a:close/>
                </a:path>
                <a:path w="6172200" h="1781175">
                  <a:moveTo>
                    <a:pt x="3145028" y="490854"/>
                  </a:moveTo>
                  <a:lnTo>
                    <a:pt x="3125851" y="490854"/>
                  </a:lnTo>
                  <a:lnTo>
                    <a:pt x="3117977" y="498601"/>
                  </a:lnTo>
                  <a:lnTo>
                    <a:pt x="3117977" y="517778"/>
                  </a:lnTo>
                  <a:lnTo>
                    <a:pt x="3125851" y="525526"/>
                  </a:lnTo>
                  <a:lnTo>
                    <a:pt x="3145028" y="525526"/>
                  </a:lnTo>
                  <a:lnTo>
                    <a:pt x="3152902" y="517778"/>
                  </a:lnTo>
                  <a:lnTo>
                    <a:pt x="3152902" y="498601"/>
                  </a:lnTo>
                  <a:lnTo>
                    <a:pt x="3145028" y="490854"/>
                  </a:lnTo>
                  <a:close/>
                </a:path>
                <a:path w="6172200" h="1781175">
                  <a:moveTo>
                    <a:pt x="1925701" y="490854"/>
                  </a:moveTo>
                  <a:lnTo>
                    <a:pt x="1906524" y="490854"/>
                  </a:lnTo>
                  <a:lnTo>
                    <a:pt x="1898650" y="498601"/>
                  </a:lnTo>
                  <a:lnTo>
                    <a:pt x="1898650" y="517778"/>
                  </a:lnTo>
                  <a:lnTo>
                    <a:pt x="1906524" y="525526"/>
                  </a:lnTo>
                  <a:lnTo>
                    <a:pt x="1925701" y="525526"/>
                  </a:lnTo>
                  <a:lnTo>
                    <a:pt x="1933575" y="517778"/>
                  </a:lnTo>
                  <a:lnTo>
                    <a:pt x="1933575" y="498601"/>
                  </a:lnTo>
                  <a:lnTo>
                    <a:pt x="1925701" y="490854"/>
                  </a:lnTo>
                  <a:close/>
                </a:path>
                <a:path w="6172200" h="1781175">
                  <a:moveTo>
                    <a:pt x="4881245" y="485013"/>
                  </a:moveTo>
                  <a:lnTo>
                    <a:pt x="4861941" y="485013"/>
                  </a:lnTo>
                  <a:lnTo>
                    <a:pt x="4854194" y="492760"/>
                  </a:lnTo>
                  <a:lnTo>
                    <a:pt x="4854194" y="511937"/>
                  </a:lnTo>
                  <a:lnTo>
                    <a:pt x="4861941" y="519684"/>
                  </a:lnTo>
                  <a:lnTo>
                    <a:pt x="4881245" y="519684"/>
                  </a:lnTo>
                  <a:lnTo>
                    <a:pt x="4888992" y="511937"/>
                  </a:lnTo>
                  <a:lnTo>
                    <a:pt x="4888992" y="492760"/>
                  </a:lnTo>
                  <a:lnTo>
                    <a:pt x="4881245" y="485013"/>
                  </a:lnTo>
                  <a:close/>
                </a:path>
                <a:path w="6172200" h="1781175">
                  <a:moveTo>
                    <a:pt x="4770882" y="485013"/>
                  </a:moveTo>
                  <a:lnTo>
                    <a:pt x="4751578" y="485013"/>
                  </a:lnTo>
                  <a:lnTo>
                    <a:pt x="4743831" y="492760"/>
                  </a:lnTo>
                  <a:lnTo>
                    <a:pt x="4743831" y="511937"/>
                  </a:lnTo>
                  <a:lnTo>
                    <a:pt x="4751578" y="519684"/>
                  </a:lnTo>
                  <a:lnTo>
                    <a:pt x="4770882" y="519684"/>
                  </a:lnTo>
                  <a:lnTo>
                    <a:pt x="4778629" y="511937"/>
                  </a:lnTo>
                  <a:lnTo>
                    <a:pt x="4778629" y="492760"/>
                  </a:lnTo>
                  <a:lnTo>
                    <a:pt x="4770882" y="485013"/>
                  </a:lnTo>
                  <a:close/>
                </a:path>
                <a:path w="6172200" h="1781175">
                  <a:moveTo>
                    <a:pt x="5247005" y="479171"/>
                  </a:moveTo>
                  <a:lnTo>
                    <a:pt x="5227701" y="479171"/>
                  </a:lnTo>
                  <a:lnTo>
                    <a:pt x="5219954" y="487045"/>
                  </a:lnTo>
                  <a:lnTo>
                    <a:pt x="5219954" y="506222"/>
                  </a:lnTo>
                  <a:lnTo>
                    <a:pt x="5227701" y="513969"/>
                  </a:lnTo>
                  <a:lnTo>
                    <a:pt x="5247005" y="513969"/>
                  </a:lnTo>
                  <a:lnTo>
                    <a:pt x="5254752" y="506222"/>
                  </a:lnTo>
                  <a:lnTo>
                    <a:pt x="5254752" y="487045"/>
                  </a:lnTo>
                  <a:lnTo>
                    <a:pt x="5247005" y="479171"/>
                  </a:lnTo>
                  <a:close/>
                </a:path>
                <a:path w="6172200" h="1781175">
                  <a:moveTo>
                    <a:pt x="3499230" y="479171"/>
                  </a:moveTo>
                  <a:lnTo>
                    <a:pt x="3480054" y="479171"/>
                  </a:lnTo>
                  <a:lnTo>
                    <a:pt x="3472179" y="487045"/>
                  </a:lnTo>
                  <a:lnTo>
                    <a:pt x="3472179" y="506222"/>
                  </a:lnTo>
                  <a:lnTo>
                    <a:pt x="3480054" y="513969"/>
                  </a:lnTo>
                  <a:lnTo>
                    <a:pt x="3499230" y="513969"/>
                  </a:lnTo>
                  <a:lnTo>
                    <a:pt x="3507104" y="506222"/>
                  </a:lnTo>
                  <a:lnTo>
                    <a:pt x="3507104" y="487045"/>
                  </a:lnTo>
                  <a:lnTo>
                    <a:pt x="3499230" y="479171"/>
                  </a:lnTo>
                  <a:close/>
                </a:path>
                <a:path w="6172200" h="1781175">
                  <a:moveTo>
                    <a:pt x="944499" y="479171"/>
                  </a:moveTo>
                  <a:lnTo>
                    <a:pt x="925195" y="479171"/>
                  </a:lnTo>
                  <a:lnTo>
                    <a:pt x="917448" y="487045"/>
                  </a:lnTo>
                  <a:lnTo>
                    <a:pt x="917448" y="506222"/>
                  </a:lnTo>
                  <a:lnTo>
                    <a:pt x="925195" y="513969"/>
                  </a:lnTo>
                  <a:lnTo>
                    <a:pt x="944499" y="513969"/>
                  </a:lnTo>
                  <a:lnTo>
                    <a:pt x="952246" y="506222"/>
                  </a:lnTo>
                  <a:lnTo>
                    <a:pt x="952246" y="487045"/>
                  </a:lnTo>
                  <a:lnTo>
                    <a:pt x="944499" y="479171"/>
                  </a:lnTo>
                  <a:close/>
                </a:path>
                <a:path w="6172200" h="1781175">
                  <a:moveTo>
                    <a:pt x="445135" y="479171"/>
                  </a:moveTo>
                  <a:lnTo>
                    <a:pt x="425830" y="479171"/>
                  </a:lnTo>
                  <a:lnTo>
                    <a:pt x="418084" y="487045"/>
                  </a:lnTo>
                  <a:lnTo>
                    <a:pt x="418084" y="506222"/>
                  </a:lnTo>
                  <a:lnTo>
                    <a:pt x="425830" y="513969"/>
                  </a:lnTo>
                  <a:lnTo>
                    <a:pt x="445135" y="513969"/>
                  </a:lnTo>
                  <a:lnTo>
                    <a:pt x="452882" y="506222"/>
                  </a:lnTo>
                  <a:lnTo>
                    <a:pt x="452882" y="487045"/>
                  </a:lnTo>
                  <a:lnTo>
                    <a:pt x="445135" y="479171"/>
                  </a:lnTo>
                  <a:close/>
                </a:path>
                <a:path w="6172200" h="1781175">
                  <a:moveTo>
                    <a:pt x="4486402" y="467613"/>
                  </a:moveTo>
                  <a:lnTo>
                    <a:pt x="4467098" y="467613"/>
                  </a:lnTo>
                  <a:lnTo>
                    <a:pt x="4459351" y="475488"/>
                  </a:lnTo>
                  <a:lnTo>
                    <a:pt x="4459351" y="494664"/>
                  </a:lnTo>
                  <a:lnTo>
                    <a:pt x="4467098" y="502412"/>
                  </a:lnTo>
                  <a:lnTo>
                    <a:pt x="4486402" y="502412"/>
                  </a:lnTo>
                  <a:lnTo>
                    <a:pt x="4494149" y="494664"/>
                  </a:lnTo>
                  <a:lnTo>
                    <a:pt x="4494149" y="475488"/>
                  </a:lnTo>
                  <a:lnTo>
                    <a:pt x="4486402" y="467613"/>
                  </a:lnTo>
                  <a:close/>
                </a:path>
                <a:path w="6172200" h="1781175">
                  <a:moveTo>
                    <a:pt x="4242434" y="467613"/>
                  </a:moveTo>
                  <a:lnTo>
                    <a:pt x="4223258" y="467613"/>
                  </a:lnTo>
                  <a:lnTo>
                    <a:pt x="4215383" y="475488"/>
                  </a:lnTo>
                  <a:lnTo>
                    <a:pt x="4215383" y="494664"/>
                  </a:lnTo>
                  <a:lnTo>
                    <a:pt x="4223258" y="502412"/>
                  </a:lnTo>
                  <a:lnTo>
                    <a:pt x="4242434" y="502412"/>
                  </a:lnTo>
                  <a:lnTo>
                    <a:pt x="4250308" y="494664"/>
                  </a:lnTo>
                  <a:lnTo>
                    <a:pt x="4250308" y="475488"/>
                  </a:lnTo>
                  <a:lnTo>
                    <a:pt x="4242434" y="467613"/>
                  </a:lnTo>
                  <a:close/>
                </a:path>
                <a:path w="6172200" h="1781175">
                  <a:moveTo>
                    <a:pt x="4997323" y="461899"/>
                  </a:moveTo>
                  <a:lnTo>
                    <a:pt x="4978019" y="461899"/>
                  </a:lnTo>
                  <a:lnTo>
                    <a:pt x="4970272" y="469646"/>
                  </a:lnTo>
                  <a:lnTo>
                    <a:pt x="4970272" y="488823"/>
                  </a:lnTo>
                  <a:lnTo>
                    <a:pt x="4978019" y="496570"/>
                  </a:lnTo>
                  <a:lnTo>
                    <a:pt x="4997323" y="496570"/>
                  </a:lnTo>
                  <a:lnTo>
                    <a:pt x="5005070" y="488823"/>
                  </a:lnTo>
                  <a:lnTo>
                    <a:pt x="5005070" y="469646"/>
                  </a:lnTo>
                  <a:lnTo>
                    <a:pt x="4997323" y="461899"/>
                  </a:lnTo>
                  <a:close/>
                </a:path>
                <a:path w="6172200" h="1781175">
                  <a:moveTo>
                    <a:pt x="4108957" y="461899"/>
                  </a:moveTo>
                  <a:lnTo>
                    <a:pt x="4089654" y="461899"/>
                  </a:lnTo>
                  <a:lnTo>
                    <a:pt x="4081906" y="469646"/>
                  </a:lnTo>
                  <a:lnTo>
                    <a:pt x="4081906" y="488823"/>
                  </a:lnTo>
                  <a:lnTo>
                    <a:pt x="4089654" y="496570"/>
                  </a:lnTo>
                  <a:lnTo>
                    <a:pt x="4108957" y="496570"/>
                  </a:lnTo>
                  <a:lnTo>
                    <a:pt x="4116704" y="488823"/>
                  </a:lnTo>
                  <a:lnTo>
                    <a:pt x="4116704" y="469646"/>
                  </a:lnTo>
                  <a:lnTo>
                    <a:pt x="4108957" y="461899"/>
                  </a:lnTo>
                  <a:close/>
                </a:path>
                <a:path w="6172200" h="1781175">
                  <a:moveTo>
                    <a:pt x="3702430" y="461899"/>
                  </a:moveTo>
                  <a:lnTo>
                    <a:pt x="3683254" y="461899"/>
                  </a:lnTo>
                  <a:lnTo>
                    <a:pt x="3675506" y="469646"/>
                  </a:lnTo>
                  <a:lnTo>
                    <a:pt x="3675506" y="488823"/>
                  </a:lnTo>
                  <a:lnTo>
                    <a:pt x="3683254" y="496570"/>
                  </a:lnTo>
                  <a:lnTo>
                    <a:pt x="3702430" y="496570"/>
                  </a:lnTo>
                  <a:lnTo>
                    <a:pt x="3710304" y="488823"/>
                  </a:lnTo>
                  <a:lnTo>
                    <a:pt x="3710304" y="469646"/>
                  </a:lnTo>
                  <a:lnTo>
                    <a:pt x="3702430" y="461899"/>
                  </a:lnTo>
                  <a:close/>
                </a:path>
                <a:path w="6172200" h="1781175">
                  <a:moveTo>
                    <a:pt x="3261232" y="461899"/>
                  </a:moveTo>
                  <a:lnTo>
                    <a:pt x="3241929" y="461899"/>
                  </a:lnTo>
                  <a:lnTo>
                    <a:pt x="3234181" y="469646"/>
                  </a:lnTo>
                  <a:lnTo>
                    <a:pt x="3234181" y="488823"/>
                  </a:lnTo>
                  <a:lnTo>
                    <a:pt x="3241929" y="496570"/>
                  </a:lnTo>
                  <a:lnTo>
                    <a:pt x="3261232" y="496570"/>
                  </a:lnTo>
                  <a:lnTo>
                    <a:pt x="3268979" y="488823"/>
                  </a:lnTo>
                  <a:lnTo>
                    <a:pt x="3268979" y="469646"/>
                  </a:lnTo>
                  <a:lnTo>
                    <a:pt x="3261232" y="461899"/>
                  </a:lnTo>
                  <a:close/>
                </a:path>
                <a:path w="6172200" h="1781175">
                  <a:moveTo>
                    <a:pt x="1066419" y="461899"/>
                  </a:moveTo>
                  <a:lnTo>
                    <a:pt x="1047114" y="461899"/>
                  </a:lnTo>
                  <a:lnTo>
                    <a:pt x="1039367" y="469646"/>
                  </a:lnTo>
                  <a:lnTo>
                    <a:pt x="1039367" y="488823"/>
                  </a:lnTo>
                  <a:lnTo>
                    <a:pt x="1047114" y="496570"/>
                  </a:lnTo>
                  <a:lnTo>
                    <a:pt x="1066419" y="496570"/>
                  </a:lnTo>
                  <a:lnTo>
                    <a:pt x="1074165" y="488823"/>
                  </a:lnTo>
                  <a:lnTo>
                    <a:pt x="1074165" y="469646"/>
                  </a:lnTo>
                  <a:lnTo>
                    <a:pt x="1066419" y="461899"/>
                  </a:lnTo>
                  <a:close/>
                </a:path>
                <a:path w="6172200" h="1781175">
                  <a:moveTo>
                    <a:pt x="5130800" y="456057"/>
                  </a:moveTo>
                  <a:lnTo>
                    <a:pt x="5111623" y="456057"/>
                  </a:lnTo>
                  <a:lnTo>
                    <a:pt x="5103876" y="463803"/>
                  </a:lnTo>
                  <a:lnTo>
                    <a:pt x="5103876" y="482980"/>
                  </a:lnTo>
                  <a:lnTo>
                    <a:pt x="5111623" y="490854"/>
                  </a:lnTo>
                  <a:lnTo>
                    <a:pt x="5130800" y="490854"/>
                  </a:lnTo>
                  <a:lnTo>
                    <a:pt x="5138674" y="482980"/>
                  </a:lnTo>
                  <a:lnTo>
                    <a:pt x="5138674" y="463803"/>
                  </a:lnTo>
                  <a:lnTo>
                    <a:pt x="5130800" y="456057"/>
                  </a:lnTo>
                  <a:close/>
                </a:path>
                <a:path w="6172200" h="1781175">
                  <a:moveTo>
                    <a:pt x="4364355" y="456057"/>
                  </a:moveTo>
                  <a:lnTo>
                    <a:pt x="4345178" y="456057"/>
                  </a:lnTo>
                  <a:lnTo>
                    <a:pt x="4337431" y="463803"/>
                  </a:lnTo>
                  <a:lnTo>
                    <a:pt x="4337431" y="482980"/>
                  </a:lnTo>
                  <a:lnTo>
                    <a:pt x="4345178" y="490854"/>
                  </a:lnTo>
                  <a:lnTo>
                    <a:pt x="4364355" y="490854"/>
                  </a:lnTo>
                  <a:lnTo>
                    <a:pt x="4372229" y="482980"/>
                  </a:lnTo>
                  <a:lnTo>
                    <a:pt x="4372229" y="463803"/>
                  </a:lnTo>
                  <a:lnTo>
                    <a:pt x="4364355" y="456057"/>
                  </a:lnTo>
                  <a:close/>
                </a:path>
                <a:path w="6172200" h="1781175">
                  <a:moveTo>
                    <a:pt x="3987038" y="456057"/>
                  </a:moveTo>
                  <a:lnTo>
                    <a:pt x="3967733" y="456057"/>
                  </a:lnTo>
                  <a:lnTo>
                    <a:pt x="3959986" y="463803"/>
                  </a:lnTo>
                  <a:lnTo>
                    <a:pt x="3959986" y="482980"/>
                  </a:lnTo>
                  <a:lnTo>
                    <a:pt x="3967733" y="490854"/>
                  </a:lnTo>
                  <a:lnTo>
                    <a:pt x="3987038" y="490854"/>
                  </a:lnTo>
                  <a:lnTo>
                    <a:pt x="3994784" y="482980"/>
                  </a:lnTo>
                  <a:lnTo>
                    <a:pt x="3994784" y="463803"/>
                  </a:lnTo>
                  <a:lnTo>
                    <a:pt x="3987038" y="456057"/>
                  </a:lnTo>
                  <a:close/>
                </a:path>
                <a:path w="6172200" h="1781175">
                  <a:moveTo>
                    <a:pt x="2227707" y="456057"/>
                  </a:moveTo>
                  <a:lnTo>
                    <a:pt x="2208403" y="456057"/>
                  </a:lnTo>
                  <a:lnTo>
                    <a:pt x="2200655" y="463803"/>
                  </a:lnTo>
                  <a:lnTo>
                    <a:pt x="2200655" y="482980"/>
                  </a:lnTo>
                  <a:lnTo>
                    <a:pt x="2208403" y="490854"/>
                  </a:lnTo>
                  <a:lnTo>
                    <a:pt x="2227707" y="490854"/>
                  </a:lnTo>
                  <a:lnTo>
                    <a:pt x="2235454" y="482980"/>
                  </a:lnTo>
                  <a:lnTo>
                    <a:pt x="2235454" y="463803"/>
                  </a:lnTo>
                  <a:lnTo>
                    <a:pt x="2227707" y="456057"/>
                  </a:lnTo>
                  <a:close/>
                </a:path>
                <a:path w="6172200" h="1781175">
                  <a:moveTo>
                    <a:pt x="1786382" y="456057"/>
                  </a:moveTo>
                  <a:lnTo>
                    <a:pt x="1767077" y="456057"/>
                  </a:lnTo>
                  <a:lnTo>
                    <a:pt x="1759330" y="463803"/>
                  </a:lnTo>
                  <a:lnTo>
                    <a:pt x="1759330" y="482980"/>
                  </a:lnTo>
                  <a:lnTo>
                    <a:pt x="1767077" y="490854"/>
                  </a:lnTo>
                  <a:lnTo>
                    <a:pt x="1786382" y="490854"/>
                  </a:lnTo>
                  <a:lnTo>
                    <a:pt x="1794128" y="482980"/>
                  </a:lnTo>
                  <a:lnTo>
                    <a:pt x="1794128" y="463803"/>
                  </a:lnTo>
                  <a:lnTo>
                    <a:pt x="1786382" y="456057"/>
                  </a:lnTo>
                  <a:close/>
                </a:path>
                <a:path w="6172200" h="1781175">
                  <a:moveTo>
                    <a:pt x="2802509" y="450341"/>
                  </a:moveTo>
                  <a:lnTo>
                    <a:pt x="2783204" y="450341"/>
                  </a:lnTo>
                  <a:lnTo>
                    <a:pt x="2775458" y="458088"/>
                  </a:lnTo>
                  <a:lnTo>
                    <a:pt x="2775458" y="477265"/>
                  </a:lnTo>
                  <a:lnTo>
                    <a:pt x="2783204" y="485013"/>
                  </a:lnTo>
                  <a:lnTo>
                    <a:pt x="2802509" y="485013"/>
                  </a:lnTo>
                  <a:lnTo>
                    <a:pt x="2810255" y="477265"/>
                  </a:lnTo>
                  <a:lnTo>
                    <a:pt x="2810255" y="458088"/>
                  </a:lnTo>
                  <a:lnTo>
                    <a:pt x="2802509" y="450341"/>
                  </a:lnTo>
                  <a:close/>
                </a:path>
                <a:path w="6172200" h="1781175">
                  <a:moveTo>
                    <a:pt x="2047621" y="450341"/>
                  </a:moveTo>
                  <a:lnTo>
                    <a:pt x="2028444" y="450341"/>
                  </a:lnTo>
                  <a:lnTo>
                    <a:pt x="2020570" y="458088"/>
                  </a:lnTo>
                  <a:lnTo>
                    <a:pt x="2020570" y="477265"/>
                  </a:lnTo>
                  <a:lnTo>
                    <a:pt x="2028444" y="485013"/>
                  </a:lnTo>
                  <a:lnTo>
                    <a:pt x="2047621" y="485013"/>
                  </a:lnTo>
                  <a:lnTo>
                    <a:pt x="2055495" y="477265"/>
                  </a:lnTo>
                  <a:lnTo>
                    <a:pt x="2055495" y="458088"/>
                  </a:lnTo>
                  <a:lnTo>
                    <a:pt x="2047621" y="450341"/>
                  </a:lnTo>
                  <a:close/>
                </a:path>
                <a:path w="6172200" h="1781175">
                  <a:moveTo>
                    <a:pt x="1571498" y="450341"/>
                  </a:moveTo>
                  <a:lnTo>
                    <a:pt x="1552321" y="450341"/>
                  </a:lnTo>
                  <a:lnTo>
                    <a:pt x="1544447" y="458088"/>
                  </a:lnTo>
                  <a:lnTo>
                    <a:pt x="1544447" y="477265"/>
                  </a:lnTo>
                  <a:lnTo>
                    <a:pt x="1552321" y="485013"/>
                  </a:lnTo>
                  <a:lnTo>
                    <a:pt x="1571498" y="485013"/>
                  </a:lnTo>
                  <a:lnTo>
                    <a:pt x="1579372" y="477265"/>
                  </a:lnTo>
                  <a:lnTo>
                    <a:pt x="1579372" y="458088"/>
                  </a:lnTo>
                  <a:lnTo>
                    <a:pt x="1571498" y="450341"/>
                  </a:lnTo>
                  <a:close/>
                </a:path>
                <a:path w="6172200" h="1781175">
                  <a:moveTo>
                    <a:pt x="328929" y="450341"/>
                  </a:moveTo>
                  <a:lnTo>
                    <a:pt x="309752" y="450341"/>
                  </a:lnTo>
                  <a:lnTo>
                    <a:pt x="301878" y="458088"/>
                  </a:lnTo>
                  <a:lnTo>
                    <a:pt x="301878" y="477265"/>
                  </a:lnTo>
                  <a:lnTo>
                    <a:pt x="309752" y="485013"/>
                  </a:lnTo>
                  <a:lnTo>
                    <a:pt x="328929" y="485013"/>
                  </a:lnTo>
                  <a:lnTo>
                    <a:pt x="336803" y="477265"/>
                  </a:lnTo>
                  <a:lnTo>
                    <a:pt x="336803" y="458088"/>
                  </a:lnTo>
                  <a:lnTo>
                    <a:pt x="328929" y="450341"/>
                  </a:lnTo>
                  <a:close/>
                </a:path>
                <a:path w="6172200" h="1781175">
                  <a:moveTo>
                    <a:pt x="3812794" y="444500"/>
                  </a:moveTo>
                  <a:lnTo>
                    <a:pt x="3793617" y="444500"/>
                  </a:lnTo>
                  <a:lnTo>
                    <a:pt x="3785743" y="452247"/>
                  </a:lnTo>
                  <a:lnTo>
                    <a:pt x="3785743" y="471424"/>
                  </a:lnTo>
                  <a:lnTo>
                    <a:pt x="3793617" y="479171"/>
                  </a:lnTo>
                  <a:lnTo>
                    <a:pt x="3812794" y="479171"/>
                  </a:lnTo>
                  <a:lnTo>
                    <a:pt x="3820668" y="471424"/>
                  </a:lnTo>
                  <a:lnTo>
                    <a:pt x="3820668" y="452247"/>
                  </a:lnTo>
                  <a:lnTo>
                    <a:pt x="3812794" y="444500"/>
                  </a:lnTo>
                  <a:close/>
                </a:path>
                <a:path w="6172200" h="1781175">
                  <a:moveTo>
                    <a:pt x="6025007" y="438785"/>
                  </a:moveTo>
                  <a:lnTo>
                    <a:pt x="6005830" y="438785"/>
                  </a:lnTo>
                  <a:lnTo>
                    <a:pt x="5997956" y="446532"/>
                  </a:lnTo>
                  <a:lnTo>
                    <a:pt x="5997956" y="465709"/>
                  </a:lnTo>
                  <a:lnTo>
                    <a:pt x="6005830" y="473455"/>
                  </a:lnTo>
                  <a:lnTo>
                    <a:pt x="6025007" y="473455"/>
                  </a:lnTo>
                  <a:lnTo>
                    <a:pt x="6032881" y="465709"/>
                  </a:lnTo>
                  <a:lnTo>
                    <a:pt x="6032881" y="446532"/>
                  </a:lnTo>
                  <a:lnTo>
                    <a:pt x="6025007" y="438785"/>
                  </a:lnTo>
                  <a:close/>
                </a:path>
                <a:path w="6172200" h="1781175">
                  <a:moveTo>
                    <a:pt x="5914771" y="438785"/>
                  </a:moveTo>
                  <a:lnTo>
                    <a:pt x="5895467" y="438785"/>
                  </a:lnTo>
                  <a:lnTo>
                    <a:pt x="5887720" y="446532"/>
                  </a:lnTo>
                  <a:lnTo>
                    <a:pt x="5887720" y="465709"/>
                  </a:lnTo>
                  <a:lnTo>
                    <a:pt x="5895467" y="473455"/>
                  </a:lnTo>
                  <a:lnTo>
                    <a:pt x="5914771" y="473455"/>
                  </a:lnTo>
                  <a:lnTo>
                    <a:pt x="5922518" y="465709"/>
                  </a:lnTo>
                  <a:lnTo>
                    <a:pt x="5922518" y="446532"/>
                  </a:lnTo>
                  <a:lnTo>
                    <a:pt x="5914771" y="438785"/>
                  </a:lnTo>
                  <a:close/>
                </a:path>
                <a:path w="6172200" h="1781175">
                  <a:moveTo>
                    <a:pt x="3388995" y="438785"/>
                  </a:moveTo>
                  <a:lnTo>
                    <a:pt x="3369691" y="438785"/>
                  </a:lnTo>
                  <a:lnTo>
                    <a:pt x="3361944" y="446532"/>
                  </a:lnTo>
                  <a:lnTo>
                    <a:pt x="3361944" y="465709"/>
                  </a:lnTo>
                  <a:lnTo>
                    <a:pt x="3369691" y="473455"/>
                  </a:lnTo>
                  <a:lnTo>
                    <a:pt x="3388995" y="473455"/>
                  </a:lnTo>
                  <a:lnTo>
                    <a:pt x="3396742" y="465709"/>
                  </a:lnTo>
                  <a:lnTo>
                    <a:pt x="3396742" y="446532"/>
                  </a:lnTo>
                  <a:lnTo>
                    <a:pt x="3388995" y="438785"/>
                  </a:lnTo>
                  <a:close/>
                </a:path>
                <a:path w="6172200" h="1781175">
                  <a:moveTo>
                    <a:pt x="1298702" y="438785"/>
                  </a:moveTo>
                  <a:lnTo>
                    <a:pt x="1279398" y="438785"/>
                  </a:lnTo>
                  <a:lnTo>
                    <a:pt x="1271651" y="446532"/>
                  </a:lnTo>
                  <a:lnTo>
                    <a:pt x="1271651" y="465709"/>
                  </a:lnTo>
                  <a:lnTo>
                    <a:pt x="1279398" y="473455"/>
                  </a:lnTo>
                  <a:lnTo>
                    <a:pt x="1298702" y="473455"/>
                  </a:lnTo>
                  <a:lnTo>
                    <a:pt x="1306449" y="465709"/>
                  </a:lnTo>
                  <a:lnTo>
                    <a:pt x="1306449" y="446532"/>
                  </a:lnTo>
                  <a:lnTo>
                    <a:pt x="1298702" y="438785"/>
                  </a:lnTo>
                  <a:close/>
                </a:path>
                <a:path w="6172200" h="1781175">
                  <a:moveTo>
                    <a:pt x="2645664" y="432942"/>
                  </a:moveTo>
                  <a:lnTo>
                    <a:pt x="2626487" y="432942"/>
                  </a:lnTo>
                  <a:lnTo>
                    <a:pt x="2618740" y="440689"/>
                  </a:lnTo>
                  <a:lnTo>
                    <a:pt x="2618740" y="459866"/>
                  </a:lnTo>
                  <a:lnTo>
                    <a:pt x="2626487" y="467613"/>
                  </a:lnTo>
                  <a:lnTo>
                    <a:pt x="2645664" y="467613"/>
                  </a:lnTo>
                  <a:lnTo>
                    <a:pt x="2653538" y="459866"/>
                  </a:lnTo>
                  <a:lnTo>
                    <a:pt x="2653538" y="440689"/>
                  </a:lnTo>
                  <a:lnTo>
                    <a:pt x="2645664" y="432942"/>
                  </a:lnTo>
                  <a:close/>
                </a:path>
                <a:path w="6172200" h="1781175">
                  <a:moveTo>
                    <a:pt x="2529586" y="432942"/>
                  </a:moveTo>
                  <a:lnTo>
                    <a:pt x="2510409" y="432942"/>
                  </a:lnTo>
                  <a:lnTo>
                    <a:pt x="2502535" y="440689"/>
                  </a:lnTo>
                  <a:lnTo>
                    <a:pt x="2502535" y="459866"/>
                  </a:lnTo>
                  <a:lnTo>
                    <a:pt x="2510409" y="467613"/>
                  </a:lnTo>
                  <a:lnTo>
                    <a:pt x="2529586" y="467613"/>
                  </a:lnTo>
                  <a:lnTo>
                    <a:pt x="2537333" y="459866"/>
                  </a:lnTo>
                  <a:lnTo>
                    <a:pt x="2537333" y="440689"/>
                  </a:lnTo>
                  <a:lnTo>
                    <a:pt x="2529586" y="432942"/>
                  </a:lnTo>
                  <a:close/>
                </a:path>
                <a:path w="6172200" h="1781175">
                  <a:moveTo>
                    <a:pt x="5612765" y="427100"/>
                  </a:moveTo>
                  <a:lnTo>
                    <a:pt x="5593588" y="427100"/>
                  </a:lnTo>
                  <a:lnTo>
                    <a:pt x="5585714" y="434975"/>
                  </a:lnTo>
                  <a:lnTo>
                    <a:pt x="5585714" y="454151"/>
                  </a:lnTo>
                  <a:lnTo>
                    <a:pt x="5593588" y="461899"/>
                  </a:lnTo>
                  <a:lnTo>
                    <a:pt x="5612765" y="461899"/>
                  </a:lnTo>
                  <a:lnTo>
                    <a:pt x="5620639" y="454151"/>
                  </a:lnTo>
                  <a:lnTo>
                    <a:pt x="5620639" y="434975"/>
                  </a:lnTo>
                  <a:lnTo>
                    <a:pt x="5612765" y="427100"/>
                  </a:lnTo>
                  <a:close/>
                </a:path>
                <a:path w="6172200" h="1781175">
                  <a:moveTo>
                    <a:pt x="5473446" y="427100"/>
                  </a:moveTo>
                  <a:lnTo>
                    <a:pt x="5454142" y="427100"/>
                  </a:lnTo>
                  <a:lnTo>
                    <a:pt x="5446395" y="434975"/>
                  </a:lnTo>
                  <a:lnTo>
                    <a:pt x="5446395" y="454151"/>
                  </a:lnTo>
                  <a:lnTo>
                    <a:pt x="5454142" y="461899"/>
                  </a:lnTo>
                  <a:lnTo>
                    <a:pt x="5473446" y="461899"/>
                  </a:lnTo>
                  <a:lnTo>
                    <a:pt x="5481193" y="454151"/>
                  </a:lnTo>
                  <a:lnTo>
                    <a:pt x="5481193" y="434975"/>
                  </a:lnTo>
                  <a:lnTo>
                    <a:pt x="5473446" y="427100"/>
                  </a:lnTo>
                  <a:close/>
                </a:path>
                <a:path w="6172200" h="1781175">
                  <a:moveTo>
                    <a:pt x="102488" y="421386"/>
                  </a:moveTo>
                  <a:lnTo>
                    <a:pt x="83312" y="421386"/>
                  </a:lnTo>
                  <a:lnTo>
                    <a:pt x="75437" y="429133"/>
                  </a:lnTo>
                  <a:lnTo>
                    <a:pt x="75437" y="448310"/>
                  </a:lnTo>
                  <a:lnTo>
                    <a:pt x="83312" y="456057"/>
                  </a:lnTo>
                  <a:lnTo>
                    <a:pt x="102488" y="456057"/>
                  </a:lnTo>
                  <a:lnTo>
                    <a:pt x="110362" y="448310"/>
                  </a:lnTo>
                  <a:lnTo>
                    <a:pt x="110362" y="429133"/>
                  </a:lnTo>
                  <a:lnTo>
                    <a:pt x="102488" y="421386"/>
                  </a:lnTo>
                  <a:close/>
                </a:path>
                <a:path w="6172200" h="1781175">
                  <a:moveTo>
                    <a:pt x="2965069" y="415544"/>
                  </a:moveTo>
                  <a:lnTo>
                    <a:pt x="2945891" y="415544"/>
                  </a:lnTo>
                  <a:lnTo>
                    <a:pt x="2938017" y="423290"/>
                  </a:lnTo>
                  <a:lnTo>
                    <a:pt x="2938017" y="442467"/>
                  </a:lnTo>
                  <a:lnTo>
                    <a:pt x="2945891" y="450341"/>
                  </a:lnTo>
                  <a:lnTo>
                    <a:pt x="2965069" y="450341"/>
                  </a:lnTo>
                  <a:lnTo>
                    <a:pt x="2972816" y="442467"/>
                  </a:lnTo>
                  <a:lnTo>
                    <a:pt x="2972816" y="423290"/>
                  </a:lnTo>
                  <a:lnTo>
                    <a:pt x="2965069" y="415544"/>
                  </a:lnTo>
                  <a:close/>
                </a:path>
                <a:path w="6172200" h="1781175">
                  <a:moveTo>
                    <a:pt x="2419223" y="415544"/>
                  </a:moveTo>
                  <a:lnTo>
                    <a:pt x="2400046" y="415544"/>
                  </a:lnTo>
                  <a:lnTo>
                    <a:pt x="2392172" y="423290"/>
                  </a:lnTo>
                  <a:lnTo>
                    <a:pt x="2392172" y="442467"/>
                  </a:lnTo>
                  <a:lnTo>
                    <a:pt x="2400046" y="450341"/>
                  </a:lnTo>
                  <a:lnTo>
                    <a:pt x="2419223" y="450341"/>
                  </a:lnTo>
                  <a:lnTo>
                    <a:pt x="2427097" y="442467"/>
                  </a:lnTo>
                  <a:lnTo>
                    <a:pt x="2427097" y="423290"/>
                  </a:lnTo>
                  <a:lnTo>
                    <a:pt x="2419223" y="415544"/>
                  </a:lnTo>
                  <a:close/>
                </a:path>
                <a:path w="6172200" h="1781175">
                  <a:moveTo>
                    <a:pt x="218694" y="415544"/>
                  </a:moveTo>
                  <a:lnTo>
                    <a:pt x="199389" y="415544"/>
                  </a:lnTo>
                  <a:lnTo>
                    <a:pt x="191642" y="423290"/>
                  </a:lnTo>
                  <a:lnTo>
                    <a:pt x="191642" y="442467"/>
                  </a:lnTo>
                  <a:lnTo>
                    <a:pt x="199389" y="450341"/>
                  </a:lnTo>
                  <a:lnTo>
                    <a:pt x="218694" y="450341"/>
                  </a:lnTo>
                  <a:lnTo>
                    <a:pt x="226440" y="442467"/>
                  </a:lnTo>
                  <a:lnTo>
                    <a:pt x="226440" y="423290"/>
                  </a:lnTo>
                  <a:lnTo>
                    <a:pt x="218694" y="415544"/>
                  </a:lnTo>
                  <a:close/>
                </a:path>
                <a:path w="6172200" h="1781175">
                  <a:moveTo>
                    <a:pt x="4608322" y="409828"/>
                  </a:moveTo>
                  <a:lnTo>
                    <a:pt x="4589018" y="409828"/>
                  </a:lnTo>
                  <a:lnTo>
                    <a:pt x="4581271" y="417575"/>
                  </a:lnTo>
                  <a:lnTo>
                    <a:pt x="4581271" y="436752"/>
                  </a:lnTo>
                  <a:lnTo>
                    <a:pt x="4589018" y="444500"/>
                  </a:lnTo>
                  <a:lnTo>
                    <a:pt x="4608322" y="444500"/>
                  </a:lnTo>
                  <a:lnTo>
                    <a:pt x="4616069" y="436752"/>
                  </a:lnTo>
                  <a:lnTo>
                    <a:pt x="4616069" y="417575"/>
                  </a:lnTo>
                  <a:lnTo>
                    <a:pt x="4608322" y="409828"/>
                  </a:lnTo>
                  <a:close/>
                </a:path>
                <a:path w="6172200" h="1781175">
                  <a:moveTo>
                    <a:pt x="1414779" y="409828"/>
                  </a:moveTo>
                  <a:lnTo>
                    <a:pt x="1395476" y="409828"/>
                  </a:lnTo>
                  <a:lnTo>
                    <a:pt x="1387728" y="417575"/>
                  </a:lnTo>
                  <a:lnTo>
                    <a:pt x="1387728" y="436752"/>
                  </a:lnTo>
                  <a:lnTo>
                    <a:pt x="1395476" y="444500"/>
                  </a:lnTo>
                  <a:lnTo>
                    <a:pt x="1414779" y="444500"/>
                  </a:lnTo>
                  <a:lnTo>
                    <a:pt x="1422527" y="436752"/>
                  </a:lnTo>
                  <a:lnTo>
                    <a:pt x="1422527" y="417575"/>
                  </a:lnTo>
                  <a:lnTo>
                    <a:pt x="1414779" y="409828"/>
                  </a:lnTo>
                  <a:close/>
                </a:path>
                <a:path w="6172200" h="1781175">
                  <a:moveTo>
                    <a:pt x="543813" y="409828"/>
                  </a:moveTo>
                  <a:lnTo>
                    <a:pt x="524510" y="409828"/>
                  </a:lnTo>
                  <a:lnTo>
                    <a:pt x="516763" y="417575"/>
                  </a:lnTo>
                  <a:lnTo>
                    <a:pt x="516763" y="436752"/>
                  </a:lnTo>
                  <a:lnTo>
                    <a:pt x="524510" y="444500"/>
                  </a:lnTo>
                  <a:lnTo>
                    <a:pt x="543813" y="444500"/>
                  </a:lnTo>
                  <a:lnTo>
                    <a:pt x="551561" y="436752"/>
                  </a:lnTo>
                  <a:lnTo>
                    <a:pt x="551561" y="417575"/>
                  </a:lnTo>
                  <a:lnTo>
                    <a:pt x="543813" y="409828"/>
                  </a:lnTo>
                  <a:close/>
                </a:path>
                <a:path w="6172200" h="1781175">
                  <a:moveTo>
                    <a:pt x="1693417" y="403987"/>
                  </a:moveTo>
                  <a:lnTo>
                    <a:pt x="1674240" y="403987"/>
                  </a:lnTo>
                  <a:lnTo>
                    <a:pt x="1666494" y="411734"/>
                  </a:lnTo>
                  <a:lnTo>
                    <a:pt x="1666494" y="430911"/>
                  </a:lnTo>
                  <a:lnTo>
                    <a:pt x="1674240" y="438785"/>
                  </a:lnTo>
                  <a:lnTo>
                    <a:pt x="1693417" y="438785"/>
                  </a:lnTo>
                  <a:lnTo>
                    <a:pt x="1701291" y="430911"/>
                  </a:lnTo>
                  <a:lnTo>
                    <a:pt x="1701291" y="411734"/>
                  </a:lnTo>
                  <a:lnTo>
                    <a:pt x="1693417" y="403987"/>
                  </a:lnTo>
                  <a:close/>
                </a:path>
                <a:path w="6172200" h="1781175">
                  <a:moveTo>
                    <a:pt x="1153540" y="398272"/>
                  </a:moveTo>
                  <a:lnTo>
                    <a:pt x="1134237" y="398272"/>
                  </a:lnTo>
                  <a:lnTo>
                    <a:pt x="1126489" y="406019"/>
                  </a:lnTo>
                  <a:lnTo>
                    <a:pt x="1126489" y="425196"/>
                  </a:lnTo>
                  <a:lnTo>
                    <a:pt x="1134237" y="432942"/>
                  </a:lnTo>
                  <a:lnTo>
                    <a:pt x="1153540" y="432942"/>
                  </a:lnTo>
                  <a:lnTo>
                    <a:pt x="1161288" y="425196"/>
                  </a:lnTo>
                  <a:lnTo>
                    <a:pt x="1161288" y="406019"/>
                  </a:lnTo>
                  <a:lnTo>
                    <a:pt x="1153540" y="398272"/>
                  </a:lnTo>
                  <a:close/>
                </a:path>
                <a:path w="6172200" h="1781175">
                  <a:moveTo>
                    <a:pt x="874776" y="398272"/>
                  </a:moveTo>
                  <a:lnTo>
                    <a:pt x="855472" y="398272"/>
                  </a:lnTo>
                  <a:lnTo>
                    <a:pt x="847725" y="406019"/>
                  </a:lnTo>
                  <a:lnTo>
                    <a:pt x="847725" y="425196"/>
                  </a:lnTo>
                  <a:lnTo>
                    <a:pt x="855472" y="432942"/>
                  </a:lnTo>
                  <a:lnTo>
                    <a:pt x="874776" y="432942"/>
                  </a:lnTo>
                  <a:lnTo>
                    <a:pt x="882523" y="425196"/>
                  </a:lnTo>
                  <a:lnTo>
                    <a:pt x="882523" y="406019"/>
                  </a:lnTo>
                  <a:lnTo>
                    <a:pt x="874776" y="398272"/>
                  </a:lnTo>
                  <a:close/>
                </a:path>
                <a:path w="6172200" h="1781175">
                  <a:moveTo>
                    <a:pt x="659891" y="398272"/>
                  </a:moveTo>
                  <a:lnTo>
                    <a:pt x="640714" y="398272"/>
                  </a:lnTo>
                  <a:lnTo>
                    <a:pt x="632840" y="406019"/>
                  </a:lnTo>
                  <a:lnTo>
                    <a:pt x="632840" y="425196"/>
                  </a:lnTo>
                  <a:lnTo>
                    <a:pt x="640714" y="432942"/>
                  </a:lnTo>
                  <a:lnTo>
                    <a:pt x="659891" y="432942"/>
                  </a:lnTo>
                  <a:lnTo>
                    <a:pt x="667765" y="425196"/>
                  </a:lnTo>
                  <a:lnTo>
                    <a:pt x="667765" y="406019"/>
                  </a:lnTo>
                  <a:lnTo>
                    <a:pt x="659891" y="398272"/>
                  </a:lnTo>
                  <a:close/>
                </a:path>
                <a:path w="6172200" h="1781175">
                  <a:moveTo>
                    <a:pt x="3603752" y="392429"/>
                  </a:moveTo>
                  <a:lnTo>
                    <a:pt x="3584575" y="392429"/>
                  </a:lnTo>
                  <a:lnTo>
                    <a:pt x="3576701" y="400176"/>
                  </a:lnTo>
                  <a:lnTo>
                    <a:pt x="3576701" y="419353"/>
                  </a:lnTo>
                  <a:lnTo>
                    <a:pt x="3584575" y="427100"/>
                  </a:lnTo>
                  <a:lnTo>
                    <a:pt x="3603752" y="427100"/>
                  </a:lnTo>
                  <a:lnTo>
                    <a:pt x="3611626" y="419353"/>
                  </a:lnTo>
                  <a:lnTo>
                    <a:pt x="3611626" y="400176"/>
                  </a:lnTo>
                  <a:lnTo>
                    <a:pt x="3603752" y="392429"/>
                  </a:lnTo>
                  <a:close/>
                </a:path>
                <a:path w="6172200" h="1781175">
                  <a:moveTo>
                    <a:pt x="5810250" y="386588"/>
                  </a:moveTo>
                  <a:lnTo>
                    <a:pt x="5790946" y="386588"/>
                  </a:lnTo>
                  <a:lnTo>
                    <a:pt x="5783199" y="394462"/>
                  </a:lnTo>
                  <a:lnTo>
                    <a:pt x="5783199" y="413638"/>
                  </a:lnTo>
                  <a:lnTo>
                    <a:pt x="5790946" y="421386"/>
                  </a:lnTo>
                  <a:lnTo>
                    <a:pt x="5810250" y="421386"/>
                  </a:lnTo>
                  <a:lnTo>
                    <a:pt x="5817997" y="413638"/>
                  </a:lnTo>
                  <a:lnTo>
                    <a:pt x="5817997" y="394462"/>
                  </a:lnTo>
                  <a:lnTo>
                    <a:pt x="5810250" y="386588"/>
                  </a:lnTo>
                  <a:close/>
                </a:path>
                <a:path w="6172200" h="1781175">
                  <a:moveTo>
                    <a:pt x="1914144" y="386588"/>
                  </a:moveTo>
                  <a:lnTo>
                    <a:pt x="1894839" y="386588"/>
                  </a:lnTo>
                  <a:lnTo>
                    <a:pt x="1887092" y="394462"/>
                  </a:lnTo>
                  <a:lnTo>
                    <a:pt x="1887092" y="413638"/>
                  </a:lnTo>
                  <a:lnTo>
                    <a:pt x="1894839" y="421386"/>
                  </a:lnTo>
                  <a:lnTo>
                    <a:pt x="1914144" y="421386"/>
                  </a:lnTo>
                  <a:lnTo>
                    <a:pt x="1921890" y="413638"/>
                  </a:lnTo>
                  <a:lnTo>
                    <a:pt x="1921890" y="394462"/>
                  </a:lnTo>
                  <a:lnTo>
                    <a:pt x="1914144" y="386588"/>
                  </a:lnTo>
                  <a:close/>
                </a:path>
                <a:path w="6172200" h="1781175">
                  <a:moveTo>
                    <a:pt x="5357368" y="380873"/>
                  </a:moveTo>
                  <a:lnTo>
                    <a:pt x="5338064" y="380873"/>
                  </a:lnTo>
                  <a:lnTo>
                    <a:pt x="5330317" y="388620"/>
                  </a:lnTo>
                  <a:lnTo>
                    <a:pt x="5330317" y="407797"/>
                  </a:lnTo>
                  <a:lnTo>
                    <a:pt x="5338064" y="415544"/>
                  </a:lnTo>
                  <a:lnTo>
                    <a:pt x="5357368" y="415544"/>
                  </a:lnTo>
                  <a:lnTo>
                    <a:pt x="5365115" y="407797"/>
                  </a:lnTo>
                  <a:lnTo>
                    <a:pt x="5365115" y="388620"/>
                  </a:lnTo>
                  <a:lnTo>
                    <a:pt x="5357368" y="380873"/>
                  </a:lnTo>
                  <a:close/>
                </a:path>
                <a:path w="6172200" h="1781175">
                  <a:moveTo>
                    <a:pt x="3069590" y="380873"/>
                  </a:moveTo>
                  <a:lnTo>
                    <a:pt x="3050413" y="380873"/>
                  </a:lnTo>
                  <a:lnTo>
                    <a:pt x="3042539" y="388620"/>
                  </a:lnTo>
                  <a:lnTo>
                    <a:pt x="3042539" y="407797"/>
                  </a:lnTo>
                  <a:lnTo>
                    <a:pt x="3050413" y="415544"/>
                  </a:lnTo>
                  <a:lnTo>
                    <a:pt x="3069590" y="415544"/>
                  </a:lnTo>
                  <a:lnTo>
                    <a:pt x="3077336" y="407797"/>
                  </a:lnTo>
                  <a:lnTo>
                    <a:pt x="3077336" y="388620"/>
                  </a:lnTo>
                  <a:lnTo>
                    <a:pt x="3069590" y="380873"/>
                  </a:lnTo>
                  <a:close/>
                </a:path>
                <a:path w="6172200" h="1781175">
                  <a:moveTo>
                    <a:pt x="2303145" y="380873"/>
                  </a:moveTo>
                  <a:lnTo>
                    <a:pt x="2283967" y="380873"/>
                  </a:lnTo>
                  <a:lnTo>
                    <a:pt x="2276094" y="388620"/>
                  </a:lnTo>
                  <a:lnTo>
                    <a:pt x="2276094" y="407797"/>
                  </a:lnTo>
                  <a:lnTo>
                    <a:pt x="2283967" y="415544"/>
                  </a:lnTo>
                  <a:lnTo>
                    <a:pt x="2303145" y="415544"/>
                  </a:lnTo>
                  <a:lnTo>
                    <a:pt x="2310891" y="407797"/>
                  </a:lnTo>
                  <a:lnTo>
                    <a:pt x="2310891" y="388620"/>
                  </a:lnTo>
                  <a:lnTo>
                    <a:pt x="2303145" y="380873"/>
                  </a:lnTo>
                  <a:close/>
                </a:path>
                <a:path w="6172200" h="1781175">
                  <a:moveTo>
                    <a:pt x="770254" y="380873"/>
                  </a:moveTo>
                  <a:lnTo>
                    <a:pt x="751077" y="380873"/>
                  </a:lnTo>
                  <a:lnTo>
                    <a:pt x="743203" y="388620"/>
                  </a:lnTo>
                  <a:lnTo>
                    <a:pt x="743203" y="407797"/>
                  </a:lnTo>
                  <a:lnTo>
                    <a:pt x="751077" y="415544"/>
                  </a:lnTo>
                  <a:lnTo>
                    <a:pt x="770254" y="415544"/>
                  </a:lnTo>
                  <a:lnTo>
                    <a:pt x="778001" y="407797"/>
                  </a:lnTo>
                  <a:lnTo>
                    <a:pt x="778001" y="388620"/>
                  </a:lnTo>
                  <a:lnTo>
                    <a:pt x="770254" y="380873"/>
                  </a:lnTo>
                  <a:close/>
                </a:path>
                <a:path w="6172200" h="1781175">
                  <a:moveTo>
                    <a:pt x="6141211" y="375030"/>
                  </a:moveTo>
                  <a:lnTo>
                    <a:pt x="6121908" y="375030"/>
                  </a:lnTo>
                  <a:lnTo>
                    <a:pt x="6114160" y="382904"/>
                  </a:lnTo>
                  <a:lnTo>
                    <a:pt x="6114160" y="402082"/>
                  </a:lnTo>
                  <a:lnTo>
                    <a:pt x="6121908" y="409828"/>
                  </a:lnTo>
                  <a:lnTo>
                    <a:pt x="6141211" y="409828"/>
                  </a:lnTo>
                  <a:lnTo>
                    <a:pt x="6148958" y="402082"/>
                  </a:lnTo>
                  <a:lnTo>
                    <a:pt x="6148958" y="382904"/>
                  </a:lnTo>
                  <a:lnTo>
                    <a:pt x="6141211" y="375030"/>
                  </a:lnTo>
                  <a:close/>
                </a:path>
                <a:path w="6172200" h="1781175">
                  <a:moveTo>
                    <a:pt x="5235321" y="369315"/>
                  </a:moveTo>
                  <a:lnTo>
                    <a:pt x="5216144" y="369315"/>
                  </a:lnTo>
                  <a:lnTo>
                    <a:pt x="5208397" y="377063"/>
                  </a:lnTo>
                  <a:lnTo>
                    <a:pt x="5208397" y="396239"/>
                  </a:lnTo>
                  <a:lnTo>
                    <a:pt x="5216144" y="403987"/>
                  </a:lnTo>
                  <a:lnTo>
                    <a:pt x="5235321" y="403987"/>
                  </a:lnTo>
                  <a:lnTo>
                    <a:pt x="5243195" y="396239"/>
                  </a:lnTo>
                  <a:lnTo>
                    <a:pt x="5243195" y="377063"/>
                  </a:lnTo>
                  <a:lnTo>
                    <a:pt x="5235321" y="369315"/>
                  </a:lnTo>
                  <a:close/>
                </a:path>
                <a:path w="6172200" h="1781175">
                  <a:moveTo>
                    <a:pt x="5067046" y="369315"/>
                  </a:moveTo>
                  <a:lnTo>
                    <a:pt x="5047742" y="369315"/>
                  </a:lnTo>
                  <a:lnTo>
                    <a:pt x="5039995" y="377063"/>
                  </a:lnTo>
                  <a:lnTo>
                    <a:pt x="5039995" y="396239"/>
                  </a:lnTo>
                  <a:lnTo>
                    <a:pt x="5047742" y="403987"/>
                  </a:lnTo>
                  <a:lnTo>
                    <a:pt x="5067046" y="403987"/>
                  </a:lnTo>
                  <a:lnTo>
                    <a:pt x="5074793" y="396239"/>
                  </a:lnTo>
                  <a:lnTo>
                    <a:pt x="5074793" y="377063"/>
                  </a:lnTo>
                  <a:lnTo>
                    <a:pt x="5067046" y="369315"/>
                  </a:lnTo>
                  <a:close/>
                </a:path>
                <a:path w="6172200" h="1781175">
                  <a:moveTo>
                    <a:pt x="4799838" y="369315"/>
                  </a:moveTo>
                  <a:lnTo>
                    <a:pt x="4780660" y="369315"/>
                  </a:lnTo>
                  <a:lnTo>
                    <a:pt x="4772914" y="377063"/>
                  </a:lnTo>
                  <a:lnTo>
                    <a:pt x="4772914" y="396239"/>
                  </a:lnTo>
                  <a:lnTo>
                    <a:pt x="4780660" y="403987"/>
                  </a:lnTo>
                  <a:lnTo>
                    <a:pt x="4799838" y="403987"/>
                  </a:lnTo>
                  <a:lnTo>
                    <a:pt x="4807711" y="396239"/>
                  </a:lnTo>
                  <a:lnTo>
                    <a:pt x="4807711" y="377063"/>
                  </a:lnTo>
                  <a:lnTo>
                    <a:pt x="4799838" y="369315"/>
                  </a:lnTo>
                  <a:close/>
                </a:path>
                <a:path w="6172200" h="1781175">
                  <a:moveTo>
                    <a:pt x="3493516" y="363474"/>
                  </a:moveTo>
                  <a:lnTo>
                    <a:pt x="3474211" y="363474"/>
                  </a:lnTo>
                  <a:lnTo>
                    <a:pt x="3466465" y="371221"/>
                  </a:lnTo>
                  <a:lnTo>
                    <a:pt x="3466465" y="390398"/>
                  </a:lnTo>
                  <a:lnTo>
                    <a:pt x="3474211" y="398272"/>
                  </a:lnTo>
                  <a:lnTo>
                    <a:pt x="3493516" y="398272"/>
                  </a:lnTo>
                  <a:lnTo>
                    <a:pt x="3501263" y="390398"/>
                  </a:lnTo>
                  <a:lnTo>
                    <a:pt x="3501263" y="371221"/>
                  </a:lnTo>
                  <a:lnTo>
                    <a:pt x="3493516" y="363474"/>
                  </a:lnTo>
                  <a:close/>
                </a:path>
                <a:path w="6172200" h="1781175">
                  <a:moveTo>
                    <a:pt x="4921884" y="357759"/>
                  </a:moveTo>
                  <a:lnTo>
                    <a:pt x="4902581" y="357759"/>
                  </a:lnTo>
                  <a:lnTo>
                    <a:pt x="4894833" y="365505"/>
                  </a:lnTo>
                  <a:lnTo>
                    <a:pt x="4894833" y="384683"/>
                  </a:lnTo>
                  <a:lnTo>
                    <a:pt x="4902581" y="392429"/>
                  </a:lnTo>
                  <a:lnTo>
                    <a:pt x="4921884" y="392429"/>
                  </a:lnTo>
                  <a:lnTo>
                    <a:pt x="4929632" y="384683"/>
                  </a:lnTo>
                  <a:lnTo>
                    <a:pt x="4929632" y="365505"/>
                  </a:lnTo>
                  <a:lnTo>
                    <a:pt x="4921884" y="357759"/>
                  </a:lnTo>
                  <a:close/>
                </a:path>
                <a:path w="6172200" h="1781175">
                  <a:moveTo>
                    <a:pt x="4492117" y="357759"/>
                  </a:moveTo>
                  <a:lnTo>
                    <a:pt x="4472940" y="357759"/>
                  </a:lnTo>
                  <a:lnTo>
                    <a:pt x="4465066" y="365505"/>
                  </a:lnTo>
                  <a:lnTo>
                    <a:pt x="4465066" y="384683"/>
                  </a:lnTo>
                  <a:lnTo>
                    <a:pt x="4472940" y="392429"/>
                  </a:lnTo>
                  <a:lnTo>
                    <a:pt x="4492117" y="392429"/>
                  </a:lnTo>
                  <a:lnTo>
                    <a:pt x="4499991" y="384683"/>
                  </a:lnTo>
                  <a:lnTo>
                    <a:pt x="4499991" y="365505"/>
                  </a:lnTo>
                  <a:lnTo>
                    <a:pt x="4492117" y="357759"/>
                  </a:lnTo>
                  <a:close/>
                </a:path>
                <a:path w="6172200" h="1781175">
                  <a:moveTo>
                    <a:pt x="4155440" y="357759"/>
                  </a:moveTo>
                  <a:lnTo>
                    <a:pt x="4136135" y="357759"/>
                  </a:lnTo>
                  <a:lnTo>
                    <a:pt x="4128389" y="365505"/>
                  </a:lnTo>
                  <a:lnTo>
                    <a:pt x="4128389" y="384683"/>
                  </a:lnTo>
                  <a:lnTo>
                    <a:pt x="4136135" y="392429"/>
                  </a:lnTo>
                  <a:lnTo>
                    <a:pt x="4155440" y="392429"/>
                  </a:lnTo>
                  <a:lnTo>
                    <a:pt x="4163186" y="384683"/>
                  </a:lnTo>
                  <a:lnTo>
                    <a:pt x="4163186" y="365505"/>
                  </a:lnTo>
                  <a:lnTo>
                    <a:pt x="4155440" y="357759"/>
                  </a:lnTo>
                  <a:close/>
                </a:path>
                <a:path w="6172200" h="1781175">
                  <a:moveTo>
                    <a:pt x="3307715" y="357759"/>
                  </a:moveTo>
                  <a:lnTo>
                    <a:pt x="3288410" y="357759"/>
                  </a:lnTo>
                  <a:lnTo>
                    <a:pt x="3280664" y="365505"/>
                  </a:lnTo>
                  <a:lnTo>
                    <a:pt x="3280664" y="384683"/>
                  </a:lnTo>
                  <a:lnTo>
                    <a:pt x="3288410" y="392429"/>
                  </a:lnTo>
                  <a:lnTo>
                    <a:pt x="3307715" y="392429"/>
                  </a:lnTo>
                  <a:lnTo>
                    <a:pt x="3315461" y="384683"/>
                  </a:lnTo>
                  <a:lnTo>
                    <a:pt x="3315461" y="365505"/>
                  </a:lnTo>
                  <a:lnTo>
                    <a:pt x="3307715" y="357759"/>
                  </a:lnTo>
                  <a:close/>
                </a:path>
                <a:path w="6172200" h="1781175">
                  <a:moveTo>
                    <a:pt x="3185668" y="357759"/>
                  </a:moveTo>
                  <a:lnTo>
                    <a:pt x="3166491" y="357759"/>
                  </a:lnTo>
                  <a:lnTo>
                    <a:pt x="3158617" y="365505"/>
                  </a:lnTo>
                  <a:lnTo>
                    <a:pt x="3158617" y="384683"/>
                  </a:lnTo>
                  <a:lnTo>
                    <a:pt x="3166491" y="392429"/>
                  </a:lnTo>
                  <a:lnTo>
                    <a:pt x="3185668" y="392429"/>
                  </a:lnTo>
                  <a:lnTo>
                    <a:pt x="3193542" y="384683"/>
                  </a:lnTo>
                  <a:lnTo>
                    <a:pt x="3193542" y="365505"/>
                  </a:lnTo>
                  <a:lnTo>
                    <a:pt x="3185668" y="357759"/>
                  </a:lnTo>
                  <a:close/>
                </a:path>
                <a:path w="6172200" h="1781175">
                  <a:moveTo>
                    <a:pt x="2140585" y="357759"/>
                  </a:moveTo>
                  <a:lnTo>
                    <a:pt x="2121280" y="357759"/>
                  </a:lnTo>
                  <a:lnTo>
                    <a:pt x="2113534" y="365505"/>
                  </a:lnTo>
                  <a:lnTo>
                    <a:pt x="2113534" y="384683"/>
                  </a:lnTo>
                  <a:lnTo>
                    <a:pt x="2121280" y="392429"/>
                  </a:lnTo>
                  <a:lnTo>
                    <a:pt x="2140585" y="392429"/>
                  </a:lnTo>
                  <a:lnTo>
                    <a:pt x="2148332" y="384683"/>
                  </a:lnTo>
                  <a:lnTo>
                    <a:pt x="2148332" y="365505"/>
                  </a:lnTo>
                  <a:lnTo>
                    <a:pt x="2140585" y="357759"/>
                  </a:lnTo>
                  <a:close/>
                </a:path>
                <a:path w="6172200" h="1781175">
                  <a:moveTo>
                    <a:pt x="1008379" y="357759"/>
                  </a:moveTo>
                  <a:lnTo>
                    <a:pt x="989076" y="357759"/>
                  </a:lnTo>
                  <a:lnTo>
                    <a:pt x="981328" y="365505"/>
                  </a:lnTo>
                  <a:lnTo>
                    <a:pt x="981328" y="384683"/>
                  </a:lnTo>
                  <a:lnTo>
                    <a:pt x="989076" y="392429"/>
                  </a:lnTo>
                  <a:lnTo>
                    <a:pt x="1008379" y="392429"/>
                  </a:lnTo>
                  <a:lnTo>
                    <a:pt x="1016126" y="384683"/>
                  </a:lnTo>
                  <a:lnTo>
                    <a:pt x="1016126" y="365505"/>
                  </a:lnTo>
                  <a:lnTo>
                    <a:pt x="1008379" y="357759"/>
                  </a:lnTo>
                  <a:close/>
                </a:path>
                <a:path w="6172200" h="1781175">
                  <a:moveTo>
                    <a:pt x="427736" y="357759"/>
                  </a:moveTo>
                  <a:lnTo>
                    <a:pt x="408432" y="357759"/>
                  </a:lnTo>
                  <a:lnTo>
                    <a:pt x="400685" y="365505"/>
                  </a:lnTo>
                  <a:lnTo>
                    <a:pt x="400685" y="384683"/>
                  </a:lnTo>
                  <a:lnTo>
                    <a:pt x="408432" y="392429"/>
                  </a:lnTo>
                  <a:lnTo>
                    <a:pt x="427736" y="392429"/>
                  </a:lnTo>
                  <a:lnTo>
                    <a:pt x="435483" y="384683"/>
                  </a:lnTo>
                  <a:lnTo>
                    <a:pt x="435483" y="365505"/>
                  </a:lnTo>
                  <a:lnTo>
                    <a:pt x="427736" y="357759"/>
                  </a:lnTo>
                  <a:close/>
                </a:path>
                <a:path w="6172200" h="1781175">
                  <a:moveTo>
                    <a:pt x="3911473" y="351917"/>
                  </a:moveTo>
                  <a:lnTo>
                    <a:pt x="3892296" y="351917"/>
                  </a:lnTo>
                  <a:lnTo>
                    <a:pt x="3884422" y="359663"/>
                  </a:lnTo>
                  <a:lnTo>
                    <a:pt x="3884422" y="378840"/>
                  </a:lnTo>
                  <a:lnTo>
                    <a:pt x="3892296" y="386588"/>
                  </a:lnTo>
                  <a:lnTo>
                    <a:pt x="3911473" y="386588"/>
                  </a:lnTo>
                  <a:lnTo>
                    <a:pt x="3919347" y="378840"/>
                  </a:lnTo>
                  <a:lnTo>
                    <a:pt x="3919347" y="359663"/>
                  </a:lnTo>
                  <a:lnTo>
                    <a:pt x="3911473" y="351917"/>
                  </a:lnTo>
                  <a:close/>
                </a:path>
                <a:path w="6172200" h="1781175">
                  <a:moveTo>
                    <a:pt x="2854705" y="351917"/>
                  </a:moveTo>
                  <a:lnTo>
                    <a:pt x="2835529" y="351917"/>
                  </a:lnTo>
                  <a:lnTo>
                    <a:pt x="2827654" y="359663"/>
                  </a:lnTo>
                  <a:lnTo>
                    <a:pt x="2827654" y="378840"/>
                  </a:lnTo>
                  <a:lnTo>
                    <a:pt x="2835529" y="386588"/>
                  </a:lnTo>
                  <a:lnTo>
                    <a:pt x="2854705" y="386588"/>
                  </a:lnTo>
                  <a:lnTo>
                    <a:pt x="2862579" y="378840"/>
                  </a:lnTo>
                  <a:lnTo>
                    <a:pt x="2862579" y="359663"/>
                  </a:lnTo>
                  <a:lnTo>
                    <a:pt x="2854705" y="351917"/>
                  </a:lnTo>
                  <a:close/>
                </a:path>
                <a:path w="6172200" h="1781175">
                  <a:moveTo>
                    <a:pt x="2727071" y="351917"/>
                  </a:moveTo>
                  <a:lnTo>
                    <a:pt x="2707766" y="351917"/>
                  </a:lnTo>
                  <a:lnTo>
                    <a:pt x="2700020" y="359663"/>
                  </a:lnTo>
                  <a:lnTo>
                    <a:pt x="2700020" y="378840"/>
                  </a:lnTo>
                  <a:lnTo>
                    <a:pt x="2707766" y="386588"/>
                  </a:lnTo>
                  <a:lnTo>
                    <a:pt x="2727071" y="386588"/>
                  </a:lnTo>
                  <a:lnTo>
                    <a:pt x="2734817" y="378840"/>
                  </a:lnTo>
                  <a:lnTo>
                    <a:pt x="2734817" y="359663"/>
                  </a:lnTo>
                  <a:lnTo>
                    <a:pt x="2727071" y="351917"/>
                  </a:lnTo>
                  <a:close/>
                </a:path>
                <a:path w="6172200" h="1781175">
                  <a:moveTo>
                    <a:pt x="5711444" y="340359"/>
                  </a:moveTo>
                  <a:lnTo>
                    <a:pt x="5692267" y="340359"/>
                  </a:lnTo>
                  <a:lnTo>
                    <a:pt x="5684520" y="348106"/>
                  </a:lnTo>
                  <a:lnTo>
                    <a:pt x="5684520" y="367284"/>
                  </a:lnTo>
                  <a:lnTo>
                    <a:pt x="5692267" y="375030"/>
                  </a:lnTo>
                  <a:lnTo>
                    <a:pt x="5711444" y="375030"/>
                  </a:lnTo>
                  <a:lnTo>
                    <a:pt x="5719318" y="367284"/>
                  </a:lnTo>
                  <a:lnTo>
                    <a:pt x="5719318" y="348106"/>
                  </a:lnTo>
                  <a:lnTo>
                    <a:pt x="5711444" y="340359"/>
                  </a:lnTo>
                  <a:close/>
                </a:path>
                <a:path w="6172200" h="1781175">
                  <a:moveTo>
                    <a:pt x="4689602" y="340359"/>
                  </a:moveTo>
                  <a:lnTo>
                    <a:pt x="4670298" y="340359"/>
                  </a:lnTo>
                  <a:lnTo>
                    <a:pt x="4662551" y="348106"/>
                  </a:lnTo>
                  <a:lnTo>
                    <a:pt x="4662551" y="367284"/>
                  </a:lnTo>
                  <a:lnTo>
                    <a:pt x="4670298" y="375030"/>
                  </a:lnTo>
                  <a:lnTo>
                    <a:pt x="4689602" y="375030"/>
                  </a:lnTo>
                  <a:lnTo>
                    <a:pt x="4697349" y="367284"/>
                  </a:lnTo>
                  <a:lnTo>
                    <a:pt x="4697349" y="348106"/>
                  </a:lnTo>
                  <a:lnTo>
                    <a:pt x="4689602" y="340359"/>
                  </a:lnTo>
                  <a:close/>
                </a:path>
                <a:path w="6172200" h="1781175">
                  <a:moveTo>
                    <a:pt x="4376039" y="340359"/>
                  </a:moveTo>
                  <a:lnTo>
                    <a:pt x="4356734" y="340359"/>
                  </a:lnTo>
                  <a:lnTo>
                    <a:pt x="4348988" y="348106"/>
                  </a:lnTo>
                  <a:lnTo>
                    <a:pt x="4348988" y="367284"/>
                  </a:lnTo>
                  <a:lnTo>
                    <a:pt x="4356734" y="375030"/>
                  </a:lnTo>
                  <a:lnTo>
                    <a:pt x="4376039" y="375030"/>
                  </a:lnTo>
                  <a:lnTo>
                    <a:pt x="4383785" y="367284"/>
                  </a:lnTo>
                  <a:lnTo>
                    <a:pt x="4383785" y="348106"/>
                  </a:lnTo>
                  <a:lnTo>
                    <a:pt x="4376039" y="340359"/>
                  </a:lnTo>
                  <a:close/>
                </a:path>
                <a:path w="6172200" h="1781175">
                  <a:moveTo>
                    <a:pt x="4265676" y="340359"/>
                  </a:moveTo>
                  <a:lnTo>
                    <a:pt x="4246499" y="340359"/>
                  </a:lnTo>
                  <a:lnTo>
                    <a:pt x="4238625" y="348106"/>
                  </a:lnTo>
                  <a:lnTo>
                    <a:pt x="4238625" y="367284"/>
                  </a:lnTo>
                  <a:lnTo>
                    <a:pt x="4246499" y="375030"/>
                  </a:lnTo>
                  <a:lnTo>
                    <a:pt x="4265676" y="375030"/>
                  </a:lnTo>
                  <a:lnTo>
                    <a:pt x="4273550" y="367284"/>
                  </a:lnTo>
                  <a:lnTo>
                    <a:pt x="4273550" y="348106"/>
                  </a:lnTo>
                  <a:lnTo>
                    <a:pt x="4265676" y="340359"/>
                  </a:lnTo>
                  <a:close/>
                </a:path>
                <a:path w="6172200" h="1781175">
                  <a:moveTo>
                    <a:pt x="4021835" y="340359"/>
                  </a:moveTo>
                  <a:lnTo>
                    <a:pt x="4002658" y="340359"/>
                  </a:lnTo>
                  <a:lnTo>
                    <a:pt x="3994784" y="348106"/>
                  </a:lnTo>
                  <a:lnTo>
                    <a:pt x="3994784" y="367284"/>
                  </a:lnTo>
                  <a:lnTo>
                    <a:pt x="4002658" y="375030"/>
                  </a:lnTo>
                  <a:lnTo>
                    <a:pt x="4021835" y="375030"/>
                  </a:lnTo>
                  <a:lnTo>
                    <a:pt x="4029582" y="367284"/>
                  </a:lnTo>
                  <a:lnTo>
                    <a:pt x="4029582" y="348106"/>
                  </a:lnTo>
                  <a:lnTo>
                    <a:pt x="4021835" y="340359"/>
                  </a:lnTo>
                  <a:close/>
                </a:path>
                <a:path w="6172200" h="1781175">
                  <a:moveTo>
                    <a:pt x="3789553" y="334518"/>
                  </a:moveTo>
                  <a:lnTo>
                    <a:pt x="3770376" y="334518"/>
                  </a:lnTo>
                  <a:lnTo>
                    <a:pt x="3762502" y="342392"/>
                  </a:lnTo>
                  <a:lnTo>
                    <a:pt x="3762502" y="361569"/>
                  </a:lnTo>
                  <a:lnTo>
                    <a:pt x="3770376" y="369315"/>
                  </a:lnTo>
                  <a:lnTo>
                    <a:pt x="3789553" y="369315"/>
                  </a:lnTo>
                  <a:lnTo>
                    <a:pt x="3797427" y="361569"/>
                  </a:lnTo>
                  <a:lnTo>
                    <a:pt x="3797427" y="342392"/>
                  </a:lnTo>
                  <a:lnTo>
                    <a:pt x="3789553" y="334518"/>
                  </a:lnTo>
                  <a:close/>
                </a:path>
                <a:path w="6172200" h="1781175">
                  <a:moveTo>
                    <a:pt x="2018664" y="334518"/>
                  </a:moveTo>
                  <a:lnTo>
                    <a:pt x="1999361" y="334518"/>
                  </a:lnTo>
                  <a:lnTo>
                    <a:pt x="1991614" y="342392"/>
                  </a:lnTo>
                  <a:lnTo>
                    <a:pt x="1991614" y="361569"/>
                  </a:lnTo>
                  <a:lnTo>
                    <a:pt x="1999361" y="369315"/>
                  </a:lnTo>
                  <a:lnTo>
                    <a:pt x="2018664" y="369315"/>
                  </a:lnTo>
                  <a:lnTo>
                    <a:pt x="2026412" y="361569"/>
                  </a:lnTo>
                  <a:lnTo>
                    <a:pt x="2026412" y="342392"/>
                  </a:lnTo>
                  <a:lnTo>
                    <a:pt x="2018664" y="334518"/>
                  </a:lnTo>
                  <a:close/>
                </a:path>
                <a:path w="6172200" h="1781175">
                  <a:moveTo>
                    <a:pt x="1310259" y="334518"/>
                  </a:moveTo>
                  <a:lnTo>
                    <a:pt x="1290954" y="334518"/>
                  </a:lnTo>
                  <a:lnTo>
                    <a:pt x="1283208" y="342392"/>
                  </a:lnTo>
                  <a:lnTo>
                    <a:pt x="1283208" y="361569"/>
                  </a:lnTo>
                  <a:lnTo>
                    <a:pt x="1290954" y="369315"/>
                  </a:lnTo>
                  <a:lnTo>
                    <a:pt x="1310259" y="369315"/>
                  </a:lnTo>
                  <a:lnTo>
                    <a:pt x="1318005" y="361569"/>
                  </a:lnTo>
                  <a:lnTo>
                    <a:pt x="1318005" y="342392"/>
                  </a:lnTo>
                  <a:lnTo>
                    <a:pt x="1310259" y="334518"/>
                  </a:lnTo>
                  <a:close/>
                </a:path>
                <a:path w="6172200" h="1781175">
                  <a:moveTo>
                    <a:pt x="1513459" y="328802"/>
                  </a:moveTo>
                  <a:lnTo>
                    <a:pt x="1494282" y="328802"/>
                  </a:lnTo>
                  <a:lnTo>
                    <a:pt x="1486408" y="336550"/>
                  </a:lnTo>
                  <a:lnTo>
                    <a:pt x="1486408" y="355726"/>
                  </a:lnTo>
                  <a:lnTo>
                    <a:pt x="1494282" y="363474"/>
                  </a:lnTo>
                  <a:lnTo>
                    <a:pt x="1513459" y="363474"/>
                  </a:lnTo>
                  <a:lnTo>
                    <a:pt x="1521333" y="355726"/>
                  </a:lnTo>
                  <a:lnTo>
                    <a:pt x="1521333" y="336550"/>
                  </a:lnTo>
                  <a:lnTo>
                    <a:pt x="1513459" y="328802"/>
                  </a:lnTo>
                  <a:close/>
                </a:path>
                <a:path w="6172200" h="1781175">
                  <a:moveTo>
                    <a:pt x="305688" y="328802"/>
                  </a:moveTo>
                  <a:lnTo>
                    <a:pt x="286512" y="328802"/>
                  </a:lnTo>
                  <a:lnTo>
                    <a:pt x="278764" y="336550"/>
                  </a:lnTo>
                  <a:lnTo>
                    <a:pt x="278764" y="355726"/>
                  </a:lnTo>
                  <a:lnTo>
                    <a:pt x="286512" y="363474"/>
                  </a:lnTo>
                  <a:lnTo>
                    <a:pt x="305688" y="363474"/>
                  </a:lnTo>
                  <a:lnTo>
                    <a:pt x="313563" y="355726"/>
                  </a:lnTo>
                  <a:lnTo>
                    <a:pt x="313563" y="336550"/>
                  </a:lnTo>
                  <a:lnTo>
                    <a:pt x="305688" y="328802"/>
                  </a:lnTo>
                  <a:close/>
                </a:path>
                <a:path w="6172200" h="1781175">
                  <a:moveTo>
                    <a:pt x="6007608" y="322960"/>
                  </a:moveTo>
                  <a:lnTo>
                    <a:pt x="5988431" y="322960"/>
                  </a:lnTo>
                  <a:lnTo>
                    <a:pt x="5980557" y="330707"/>
                  </a:lnTo>
                  <a:lnTo>
                    <a:pt x="5980557" y="349884"/>
                  </a:lnTo>
                  <a:lnTo>
                    <a:pt x="5988431" y="357759"/>
                  </a:lnTo>
                  <a:lnTo>
                    <a:pt x="6007608" y="357759"/>
                  </a:lnTo>
                  <a:lnTo>
                    <a:pt x="6015482" y="349884"/>
                  </a:lnTo>
                  <a:lnTo>
                    <a:pt x="6015482" y="330707"/>
                  </a:lnTo>
                  <a:lnTo>
                    <a:pt x="6007608" y="322960"/>
                  </a:lnTo>
                  <a:close/>
                </a:path>
                <a:path w="6172200" h="1781175">
                  <a:moveTo>
                    <a:pt x="1623822" y="322960"/>
                  </a:moveTo>
                  <a:lnTo>
                    <a:pt x="1604517" y="322960"/>
                  </a:lnTo>
                  <a:lnTo>
                    <a:pt x="1596771" y="330707"/>
                  </a:lnTo>
                  <a:lnTo>
                    <a:pt x="1596771" y="349884"/>
                  </a:lnTo>
                  <a:lnTo>
                    <a:pt x="1604517" y="357759"/>
                  </a:lnTo>
                  <a:lnTo>
                    <a:pt x="1623822" y="357759"/>
                  </a:lnTo>
                  <a:lnTo>
                    <a:pt x="1631569" y="349884"/>
                  </a:lnTo>
                  <a:lnTo>
                    <a:pt x="1631569" y="330707"/>
                  </a:lnTo>
                  <a:lnTo>
                    <a:pt x="1623822" y="322960"/>
                  </a:lnTo>
                  <a:close/>
                </a:path>
                <a:path w="6172200" h="1781175">
                  <a:moveTo>
                    <a:pt x="5583808" y="317246"/>
                  </a:moveTo>
                  <a:lnTo>
                    <a:pt x="5564505" y="317246"/>
                  </a:lnTo>
                  <a:lnTo>
                    <a:pt x="5556758" y="324993"/>
                  </a:lnTo>
                  <a:lnTo>
                    <a:pt x="5556758" y="344170"/>
                  </a:lnTo>
                  <a:lnTo>
                    <a:pt x="5564505" y="351917"/>
                  </a:lnTo>
                  <a:lnTo>
                    <a:pt x="5583808" y="351917"/>
                  </a:lnTo>
                  <a:lnTo>
                    <a:pt x="5591556" y="344170"/>
                  </a:lnTo>
                  <a:lnTo>
                    <a:pt x="5591556" y="324993"/>
                  </a:lnTo>
                  <a:lnTo>
                    <a:pt x="5583808" y="317246"/>
                  </a:lnTo>
                  <a:close/>
                </a:path>
                <a:path w="6172200" h="1781175">
                  <a:moveTo>
                    <a:pt x="3679317" y="317246"/>
                  </a:moveTo>
                  <a:lnTo>
                    <a:pt x="3660013" y="317246"/>
                  </a:lnTo>
                  <a:lnTo>
                    <a:pt x="3652266" y="324993"/>
                  </a:lnTo>
                  <a:lnTo>
                    <a:pt x="3652266" y="344170"/>
                  </a:lnTo>
                  <a:lnTo>
                    <a:pt x="3660013" y="351917"/>
                  </a:lnTo>
                  <a:lnTo>
                    <a:pt x="3679317" y="351917"/>
                  </a:lnTo>
                  <a:lnTo>
                    <a:pt x="3687064" y="344170"/>
                  </a:lnTo>
                  <a:lnTo>
                    <a:pt x="3687064" y="324993"/>
                  </a:lnTo>
                  <a:lnTo>
                    <a:pt x="3679317" y="317246"/>
                  </a:lnTo>
                  <a:close/>
                </a:path>
                <a:path w="6172200" h="1781175">
                  <a:moveTo>
                    <a:pt x="2593466" y="317246"/>
                  </a:moveTo>
                  <a:lnTo>
                    <a:pt x="2574163" y="317246"/>
                  </a:lnTo>
                  <a:lnTo>
                    <a:pt x="2566416" y="324993"/>
                  </a:lnTo>
                  <a:lnTo>
                    <a:pt x="2566416" y="344170"/>
                  </a:lnTo>
                  <a:lnTo>
                    <a:pt x="2574163" y="351917"/>
                  </a:lnTo>
                  <a:lnTo>
                    <a:pt x="2593466" y="351917"/>
                  </a:lnTo>
                  <a:lnTo>
                    <a:pt x="2601214" y="344170"/>
                  </a:lnTo>
                  <a:lnTo>
                    <a:pt x="2601214" y="324993"/>
                  </a:lnTo>
                  <a:lnTo>
                    <a:pt x="2593466" y="317246"/>
                  </a:lnTo>
                  <a:close/>
                </a:path>
                <a:path w="6172200" h="1781175">
                  <a:moveTo>
                    <a:pt x="1844421" y="317246"/>
                  </a:moveTo>
                  <a:lnTo>
                    <a:pt x="1825244" y="317246"/>
                  </a:lnTo>
                  <a:lnTo>
                    <a:pt x="1817370" y="324993"/>
                  </a:lnTo>
                  <a:lnTo>
                    <a:pt x="1817370" y="344170"/>
                  </a:lnTo>
                  <a:lnTo>
                    <a:pt x="1825244" y="351917"/>
                  </a:lnTo>
                  <a:lnTo>
                    <a:pt x="1844421" y="351917"/>
                  </a:lnTo>
                  <a:lnTo>
                    <a:pt x="1852295" y="344170"/>
                  </a:lnTo>
                  <a:lnTo>
                    <a:pt x="1852295" y="324993"/>
                  </a:lnTo>
                  <a:lnTo>
                    <a:pt x="1844421" y="317246"/>
                  </a:lnTo>
                  <a:close/>
                </a:path>
                <a:path w="6172200" h="1781175">
                  <a:moveTo>
                    <a:pt x="73533" y="311403"/>
                  </a:moveTo>
                  <a:lnTo>
                    <a:pt x="54228" y="311403"/>
                  </a:lnTo>
                  <a:lnTo>
                    <a:pt x="46482" y="319150"/>
                  </a:lnTo>
                  <a:lnTo>
                    <a:pt x="46482" y="338327"/>
                  </a:lnTo>
                  <a:lnTo>
                    <a:pt x="54228" y="346201"/>
                  </a:lnTo>
                  <a:lnTo>
                    <a:pt x="73533" y="346201"/>
                  </a:lnTo>
                  <a:lnTo>
                    <a:pt x="81279" y="338327"/>
                  </a:lnTo>
                  <a:lnTo>
                    <a:pt x="81279" y="319150"/>
                  </a:lnTo>
                  <a:lnTo>
                    <a:pt x="73533" y="311403"/>
                  </a:lnTo>
                  <a:close/>
                </a:path>
                <a:path w="6172200" h="1781175">
                  <a:moveTo>
                    <a:pt x="5467604" y="305689"/>
                  </a:moveTo>
                  <a:lnTo>
                    <a:pt x="5448427" y="305689"/>
                  </a:lnTo>
                  <a:lnTo>
                    <a:pt x="5440553" y="313435"/>
                  </a:lnTo>
                  <a:lnTo>
                    <a:pt x="5440553" y="332613"/>
                  </a:lnTo>
                  <a:lnTo>
                    <a:pt x="5448427" y="340359"/>
                  </a:lnTo>
                  <a:lnTo>
                    <a:pt x="5467604" y="340359"/>
                  </a:lnTo>
                  <a:lnTo>
                    <a:pt x="5475478" y="332613"/>
                  </a:lnTo>
                  <a:lnTo>
                    <a:pt x="5475478" y="313435"/>
                  </a:lnTo>
                  <a:lnTo>
                    <a:pt x="5467604" y="305689"/>
                  </a:lnTo>
                  <a:close/>
                </a:path>
                <a:path w="6172200" h="1781175">
                  <a:moveTo>
                    <a:pt x="2970911" y="299847"/>
                  </a:moveTo>
                  <a:lnTo>
                    <a:pt x="2951607" y="299847"/>
                  </a:lnTo>
                  <a:lnTo>
                    <a:pt x="2943860" y="307594"/>
                  </a:lnTo>
                  <a:lnTo>
                    <a:pt x="2943860" y="326771"/>
                  </a:lnTo>
                  <a:lnTo>
                    <a:pt x="2951607" y="334518"/>
                  </a:lnTo>
                  <a:lnTo>
                    <a:pt x="2970911" y="334518"/>
                  </a:lnTo>
                  <a:lnTo>
                    <a:pt x="2978658" y="326771"/>
                  </a:lnTo>
                  <a:lnTo>
                    <a:pt x="2978658" y="307594"/>
                  </a:lnTo>
                  <a:lnTo>
                    <a:pt x="2970911" y="299847"/>
                  </a:lnTo>
                  <a:close/>
                </a:path>
                <a:path w="6172200" h="1781175">
                  <a:moveTo>
                    <a:pt x="2477389" y="299847"/>
                  </a:moveTo>
                  <a:lnTo>
                    <a:pt x="2458085" y="299847"/>
                  </a:lnTo>
                  <a:lnTo>
                    <a:pt x="2450338" y="307594"/>
                  </a:lnTo>
                  <a:lnTo>
                    <a:pt x="2450338" y="326771"/>
                  </a:lnTo>
                  <a:lnTo>
                    <a:pt x="2458085" y="334518"/>
                  </a:lnTo>
                  <a:lnTo>
                    <a:pt x="2477389" y="334518"/>
                  </a:lnTo>
                  <a:lnTo>
                    <a:pt x="2485136" y="326771"/>
                  </a:lnTo>
                  <a:lnTo>
                    <a:pt x="2485136" y="307594"/>
                  </a:lnTo>
                  <a:lnTo>
                    <a:pt x="2477389" y="299847"/>
                  </a:lnTo>
                  <a:close/>
                </a:path>
                <a:path w="6172200" h="1781175">
                  <a:moveTo>
                    <a:pt x="5903086" y="294004"/>
                  </a:moveTo>
                  <a:lnTo>
                    <a:pt x="5883909" y="294004"/>
                  </a:lnTo>
                  <a:lnTo>
                    <a:pt x="5876035" y="301878"/>
                  </a:lnTo>
                  <a:lnTo>
                    <a:pt x="5876035" y="321055"/>
                  </a:lnTo>
                  <a:lnTo>
                    <a:pt x="5883909" y="328802"/>
                  </a:lnTo>
                  <a:lnTo>
                    <a:pt x="5903086" y="328802"/>
                  </a:lnTo>
                  <a:lnTo>
                    <a:pt x="5910960" y="321055"/>
                  </a:lnTo>
                  <a:lnTo>
                    <a:pt x="5910960" y="301878"/>
                  </a:lnTo>
                  <a:lnTo>
                    <a:pt x="5903086" y="294004"/>
                  </a:lnTo>
                  <a:close/>
                </a:path>
                <a:path w="6172200" h="1781175">
                  <a:moveTo>
                    <a:pt x="1199896" y="294004"/>
                  </a:moveTo>
                  <a:lnTo>
                    <a:pt x="1180719" y="294004"/>
                  </a:lnTo>
                  <a:lnTo>
                    <a:pt x="1172845" y="301878"/>
                  </a:lnTo>
                  <a:lnTo>
                    <a:pt x="1172845" y="321055"/>
                  </a:lnTo>
                  <a:lnTo>
                    <a:pt x="1180719" y="328802"/>
                  </a:lnTo>
                  <a:lnTo>
                    <a:pt x="1199896" y="328802"/>
                  </a:lnTo>
                  <a:lnTo>
                    <a:pt x="1207770" y="321055"/>
                  </a:lnTo>
                  <a:lnTo>
                    <a:pt x="1207770" y="301878"/>
                  </a:lnTo>
                  <a:lnTo>
                    <a:pt x="1199896" y="294004"/>
                  </a:lnTo>
                  <a:close/>
                </a:path>
                <a:path w="6172200" h="1781175">
                  <a:moveTo>
                    <a:pt x="178053" y="294004"/>
                  </a:moveTo>
                  <a:lnTo>
                    <a:pt x="158750" y="294004"/>
                  </a:lnTo>
                  <a:lnTo>
                    <a:pt x="151002" y="301878"/>
                  </a:lnTo>
                  <a:lnTo>
                    <a:pt x="151002" y="321055"/>
                  </a:lnTo>
                  <a:lnTo>
                    <a:pt x="158750" y="328802"/>
                  </a:lnTo>
                  <a:lnTo>
                    <a:pt x="178053" y="328802"/>
                  </a:lnTo>
                  <a:lnTo>
                    <a:pt x="185800" y="321055"/>
                  </a:lnTo>
                  <a:lnTo>
                    <a:pt x="185800" y="301878"/>
                  </a:lnTo>
                  <a:lnTo>
                    <a:pt x="178053" y="294004"/>
                  </a:lnTo>
                  <a:close/>
                </a:path>
                <a:path w="6172200" h="1781175">
                  <a:moveTo>
                    <a:pt x="3412108" y="288290"/>
                  </a:moveTo>
                  <a:lnTo>
                    <a:pt x="3392931" y="288290"/>
                  </a:lnTo>
                  <a:lnTo>
                    <a:pt x="3385184" y="296036"/>
                  </a:lnTo>
                  <a:lnTo>
                    <a:pt x="3385184" y="315214"/>
                  </a:lnTo>
                  <a:lnTo>
                    <a:pt x="3392931" y="322960"/>
                  </a:lnTo>
                  <a:lnTo>
                    <a:pt x="3412108" y="322960"/>
                  </a:lnTo>
                  <a:lnTo>
                    <a:pt x="3419982" y="315214"/>
                  </a:lnTo>
                  <a:lnTo>
                    <a:pt x="3419982" y="296036"/>
                  </a:lnTo>
                  <a:lnTo>
                    <a:pt x="3412108" y="288290"/>
                  </a:lnTo>
                  <a:close/>
                </a:path>
                <a:path w="6172200" h="1781175">
                  <a:moveTo>
                    <a:pt x="5177282" y="282448"/>
                  </a:moveTo>
                  <a:lnTo>
                    <a:pt x="5158105" y="282448"/>
                  </a:lnTo>
                  <a:lnTo>
                    <a:pt x="5150231" y="290322"/>
                  </a:lnTo>
                  <a:lnTo>
                    <a:pt x="5150231" y="309499"/>
                  </a:lnTo>
                  <a:lnTo>
                    <a:pt x="5158105" y="317246"/>
                  </a:lnTo>
                  <a:lnTo>
                    <a:pt x="5177282" y="317246"/>
                  </a:lnTo>
                  <a:lnTo>
                    <a:pt x="5185156" y="309499"/>
                  </a:lnTo>
                  <a:lnTo>
                    <a:pt x="5185156" y="290322"/>
                  </a:lnTo>
                  <a:lnTo>
                    <a:pt x="5177282" y="282448"/>
                  </a:lnTo>
                  <a:close/>
                </a:path>
                <a:path w="6172200" h="1781175">
                  <a:moveTo>
                    <a:pt x="2367026" y="282448"/>
                  </a:moveTo>
                  <a:lnTo>
                    <a:pt x="2347722" y="282448"/>
                  </a:lnTo>
                  <a:lnTo>
                    <a:pt x="2339975" y="290322"/>
                  </a:lnTo>
                  <a:lnTo>
                    <a:pt x="2339975" y="309499"/>
                  </a:lnTo>
                  <a:lnTo>
                    <a:pt x="2347722" y="317246"/>
                  </a:lnTo>
                  <a:lnTo>
                    <a:pt x="2367026" y="317246"/>
                  </a:lnTo>
                  <a:lnTo>
                    <a:pt x="2374773" y="309499"/>
                  </a:lnTo>
                  <a:lnTo>
                    <a:pt x="2374773" y="290322"/>
                  </a:lnTo>
                  <a:lnTo>
                    <a:pt x="2367026" y="282448"/>
                  </a:lnTo>
                  <a:close/>
                </a:path>
                <a:path w="6172200" h="1781175">
                  <a:moveTo>
                    <a:pt x="2233422" y="282448"/>
                  </a:moveTo>
                  <a:lnTo>
                    <a:pt x="2214245" y="282448"/>
                  </a:lnTo>
                  <a:lnTo>
                    <a:pt x="2206371" y="290322"/>
                  </a:lnTo>
                  <a:lnTo>
                    <a:pt x="2206371" y="309499"/>
                  </a:lnTo>
                  <a:lnTo>
                    <a:pt x="2214245" y="317246"/>
                  </a:lnTo>
                  <a:lnTo>
                    <a:pt x="2233422" y="317246"/>
                  </a:lnTo>
                  <a:lnTo>
                    <a:pt x="2241296" y="309499"/>
                  </a:lnTo>
                  <a:lnTo>
                    <a:pt x="2241296" y="290322"/>
                  </a:lnTo>
                  <a:lnTo>
                    <a:pt x="2233422" y="282448"/>
                  </a:lnTo>
                  <a:close/>
                </a:path>
                <a:path w="6172200" h="1781175">
                  <a:moveTo>
                    <a:pt x="1408938" y="282448"/>
                  </a:moveTo>
                  <a:lnTo>
                    <a:pt x="1389761" y="282448"/>
                  </a:lnTo>
                  <a:lnTo>
                    <a:pt x="1381887" y="290322"/>
                  </a:lnTo>
                  <a:lnTo>
                    <a:pt x="1381887" y="309499"/>
                  </a:lnTo>
                  <a:lnTo>
                    <a:pt x="1389761" y="317246"/>
                  </a:lnTo>
                  <a:lnTo>
                    <a:pt x="1408938" y="317246"/>
                  </a:lnTo>
                  <a:lnTo>
                    <a:pt x="1416812" y="309499"/>
                  </a:lnTo>
                  <a:lnTo>
                    <a:pt x="1416812" y="290322"/>
                  </a:lnTo>
                  <a:lnTo>
                    <a:pt x="1408938" y="282448"/>
                  </a:lnTo>
                  <a:close/>
                </a:path>
                <a:path w="6172200" h="1781175">
                  <a:moveTo>
                    <a:pt x="880617" y="282448"/>
                  </a:moveTo>
                  <a:lnTo>
                    <a:pt x="861313" y="282448"/>
                  </a:lnTo>
                  <a:lnTo>
                    <a:pt x="853566" y="290322"/>
                  </a:lnTo>
                  <a:lnTo>
                    <a:pt x="853566" y="309499"/>
                  </a:lnTo>
                  <a:lnTo>
                    <a:pt x="861313" y="317246"/>
                  </a:lnTo>
                  <a:lnTo>
                    <a:pt x="880617" y="317246"/>
                  </a:lnTo>
                  <a:lnTo>
                    <a:pt x="888364" y="309499"/>
                  </a:lnTo>
                  <a:lnTo>
                    <a:pt x="888364" y="290322"/>
                  </a:lnTo>
                  <a:lnTo>
                    <a:pt x="880617" y="282448"/>
                  </a:lnTo>
                  <a:close/>
                </a:path>
                <a:path w="6172200" h="1781175">
                  <a:moveTo>
                    <a:pt x="543813" y="282448"/>
                  </a:moveTo>
                  <a:lnTo>
                    <a:pt x="524510" y="282448"/>
                  </a:lnTo>
                  <a:lnTo>
                    <a:pt x="516763" y="290322"/>
                  </a:lnTo>
                  <a:lnTo>
                    <a:pt x="516763" y="309499"/>
                  </a:lnTo>
                  <a:lnTo>
                    <a:pt x="524510" y="317246"/>
                  </a:lnTo>
                  <a:lnTo>
                    <a:pt x="543813" y="317246"/>
                  </a:lnTo>
                  <a:lnTo>
                    <a:pt x="551561" y="309499"/>
                  </a:lnTo>
                  <a:lnTo>
                    <a:pt x="551561" y="290322"/>
                  </a:lnTo>
                  <a:lnTo>
                    <a:pt x="543813" y="282448"/>
                  </a:lnTo>
                  <a:close/>
                </a:path>
                <a:path w="6172200" h="1781175">
                  <a:moveTo>
                    <a:pt x="6123813" y="276732"/>
                  </a:moveTo>
                  <a:lnTo>
                    <a:pt x="6104508" y="276732"/>
                  </a:lnTo>
                  <a:lnTo>
                    <a:pt x="6096761" y="284479"/>
                  </a:lnTo>
                  <a:lnTo>
                    <a:pt x="6096761" y="303656"/>
                  </a:lnTo>
                  <a:lnTo>
                    <a:pt x="6104508" y="311403"/>
                  </a:lnTo>
                  <a:lnTo>
                    <a:pt x="6123813" y="311403"/>
                  </a:lnTo>
                  <a:lnTo>
                    <a:pt x="6131559" y="303656"/>
                  </a:lnTo>
                  <a:lnTo>
                    <a:pt x="6131559" y="284479"/>
                  </a:lnTo>
                  <a:lnTo>
                    <a:pt x="6123813" y="276732"/>
                  </a:lnTo>
                  <a:close/>
                </a:path>
                <a:path w="6172200" h="1781175">
                  <a:moveTo>
                    <a:pt x="5328284" y="276732"/>
                  </a:moveTo>
                  <a:lnTo>
                    <a:pt x="5308981" y="276732"/>
                  </a:lnTo>
                  <a:lnTo>
                    <a:pt x="5301233" y="284479"/>
                  </a:lnTo>
                  <a:lnTo>
                    <a:pt x="5301233" y="303656"/>
                  </a:lnTo>
                  <a:lnTo>
                    <a:pt x="5308981" y="311403"/>
                  </a:lnTo>
                  <a:lnTo>
                    <a:pt x="5328284" y="311403"/>
                  </a:lnTo>
                  <a:lnTo>
                    <a:pt x="5336032" y="303656"/>
                  </a:lnTo>
                  <a:lnTo>
                    <a:pt x="5336032" y="284479"/>
                  </a:lnTo>
                  <a:lnTo>
                    <a:pt x="5328284" y="276732"/>
                  </a:lnTo>
                  <a:close/>
                </a:path>
                <a:path w="6172200" h="1781175">
                  <a:moveTo>
                    <a:pt x="1757299" y="276732"/>
                  </a:moveTo>
                  <a:lnTo>
                    <a:pt x="1738122" y="276732"/>
                  </a:lnTo>
                  <a:lnTo>
                    <a:pt x="1730248" y="284479"/>
                  </a:lnTo>
                  <a:lnTo>
                    <a:pt x="1730248" y="303656"/>
                  </a:lnTo>
                  <a:lnTo>
                    <a:pt x="1738122" y="311403"/>
                  </a:lnTo>
                  <a:lnTo>
                    <a:pt x="1757299" y="311403"/>
                  </a:lnTo>
                  <a:lnTo>
                    <a:pt x="1765173" y="303656"/>
                  </a:lnTo>
                  <a:lnTo>
                    <a:pt x="1765173" y="284479"/>
                  </a:lnTo>
                  <a:lnTo>
                    <a:pt x="1757299" y="276732"/>
                  </a:lnTo>
                  <a:close/>
                </a:path>
                <a:path w="6172200" h="1781175">
                  <a:moveTo>
                    <a:pt x="659891" y="276732"/>
                  </a:moveTo>
                  <a:lnTo>
                    <a:pt x="640714" y="276732"/>
                  </a:lnTo>
                  <a:lnTo>
                    <a:pt x="632840" y="284479"/>
                  </a:lnTo>
                  <a:lnTo>
                    <a:pt x="632840" y="303656"/>
                  </a:lnTo>
                  <a:lnTo>
                    <a:pt x="640714" y="311403"/>
                  </a:lnTo>
                  <a:lnTo>
                    <a:pt x="659891" y="311403"/>
                  </a:lnTo>
                  <a:lnTo>
                    <a:pt x="667765" y="303656"/>
                  </a:lnTo>
                  <a:lnTo>
                    <a:pt x="667765" y="284479"/>
                  </a:lnTo>
                  <a:lnTo>
                    <a:pt x="659891" y="276732"/>
                  </a:lnTo>
                  <a:close/>
                </a:path>
                <a:path w="6172200" h="1781175">
                  <a:moveTo>
                    <a:pt x="4561840" y="265175"/>
                  </a:moveTo>
                  <a:lnTo>
                    <a:pt x="4542535" y="265175"/>
                  </a:lnTo>
                  <a:lnTo>
                    <a:pt x="4534789" y="272923"/>
                  </a:lnTo>
                  <a:lnTo>
                    <a:pt x="4534789" y="292100"/>
                  </a:lnTo>
                  <a:lnTo>
                    <a:pt x="4542535" y="299847"/>
                  </a:lnTo>
                  <a:lnTo>
                    <a:pt x="4561840" y="299847"/>
                  </a:lnTo>
                  <a:lnTo>
                    <a:pt x="4569586" y="292100"/>
                  </a:lnTo>
                  <a:lnTo>
                    <a:pt x="4569586" y="272923"/>
                  </a:lnTo>
                  <a:lnTo>
                    <a:pt x="4561840" y="265175"/>
                  </a:lnTo>
                  <a:close/>
                </a:path>
                <a:path w="6172200" h="1781175">
                  <a:moveTo>
                    <a:pt x="4805680" y="259333"/>
                  </a:moveTo>
                  <a:lnTo>
                    <a:pt x="4786503" y="259333"/>
                  </a:lnTo>
                  <a:lnTo>
                    <a:pt x="4778629" y="267080"/>
                  </a:lnTo>
                  <a:lnTo>
                    <a:pt x="4778629" y="286257"/>
                  </a:lnTo>
                  <a:lnTo>
                    <a:pt x="4786503" y="294004"/>
                  </a:lnTo>
                  <a:lnTo>
                    <a:pt x="4805680" y="294004"/>
                  </a:lnTo>
                  <a:lnTo>
                    <a:pt x="4813554" y="286257"/>
                  </a:lnTo>
                  <a:lnTo>
                    <a:pt x="4813554" y="267080"/>
                  </a:lnTo>
                  <a:lnTo>
                    <a:pt x="4805680" y="259333"/>
                  </a:lnTo>
                  <a:close/>
                </a:path>
                <a:path w="6172200" h="1781175">
                  <a:moveTo>
                    <a:pt x="3539871" y="259333"/>
                  </a:moveTo>
                  <a:lnTo>
                    <a:pt x="3520694" y="259333"/>
                  </a:lnTo>
                  <a:lnTo>
                    <a:pt x="3512820" y="267080"/>
                  </a:lnTo>
                  <a:lnTo>
                    <a:pt x="3512820" y="286257"/>
                  </a:lnTo>
                  <a:lnTo>
                    <a:pt x="3520694" y="294004"/>
                  </a:lnTo>
                  <a:lnTo>
                    <a:pt x="3539871" y="294004"/>
                  </a:lnTo>
                  <a:lnTo>
                    <a:pt x="3547745" y="286257"/>
                  </a:lnTo>
                  <a:lnTo>
                    <a:pt x="3547745" y="267080"/>
                  </a:lnTo>
                  <a:lnTo>
                    <a:pt x="3539871" y="259333"/>
                  </a:lnTo>
                  <a:close/>
                </a:path>
                <a:path w="6172200" h="1781175">
                  <a:moveTo>
                    <a:pt x="1095375" y="259333"/>
                  </a:moveTo>
                  <a:lnTo>
                    <a:pt x="1076198" y="259333"/>
                  </a:lnTo>
                  <a:lnTo>
                    <a:pt x="1068324" y="267080"/>
                  </a:lnTo>
                  <a:lnTo>
                    <a:pt x="1068324" y="286257"/>
                  </a:lnTo>
                  <a:lnTo>
                    <a:pt x="1076198" y="294004"/>
                  </a:lnTo>
                  <a:lnTo>
                    <a:pt x="1095375" y="294004"/>
                  </a:lnTo>
                  <a:lnTo>
                    <a:pt x="1103249" y="286257"/>
                  </a:lnTo>
                  <a:lnTo>
                    <a:pt x="1103249" y="267080"/>
                  </a:lnTo>
                  <a:lnTo>
                    <a:pt x="1095375" y="259333"/>
                  </a:lnTo>
                  <a:close/>
                </a:path>
                <a:path w="6172200" h="1781175">
                  <a:moveTo>
                    <a:pt x="4950841" y="253619"/>
                  </a:moveTo>
                  <a:lnTo>
                    <a:pt x="4931664" y="253619"/>
                  </a:lnTo>
                  <a:lnTo>
                    <a:pt x="4923790" y="261366"/>
                  </a:lnTo>
                  <a:lnTo>
                    <a:pt x="4923790" y="280543"/>
                  </a:lnTo>
                  <a:lnTo>
                    <a:pt x="4931664" y="288290"/>
                  </a:lnTo>
                  <a:lnTo>
                    <a:pt x="4950841" y="288290"/>
                  </a:lnTo>
                  <a:lnTo>
                    <a:pt x="4958715" y="280543"/>
                  </a:lnTo>
                  <a:lnTo>
                    <a:pt x="4958715" y="261366"/>
                  </a:lnTo>
                  <a:lnTo>
                    <a:pt x="4950841" y="253619"/>
                  </a:lnTo>
                  <a:close/>
                </a:path>
                <a:path w="6172200" h="1781175">
                  <a:moveTo>
                    <a:pt x="4085717" y="253619"/>
                  </a:moveTo>
                  <a:lnTo>
                    <a:pt x="4066413" y="253619"/>
                  </a:lnTo>
                  <a:lnTo>
                    <a:pt x="4058666" y="261366"/>
                  </a:lnTo>
                  <a:lnTo>
                    <a:pt x="4058666" y="280543"/>
                  </a:lnTo>
                  <a:lnTo>
                    <a:pt x="4066413" y="288290"/>
                  </a:lnTo>
                  <a:lnTo>
                    <a:pt x="4085717" y="288290"/>
                  </a:lnTo>
                  <a:lnTo>
                    <a:pt x="4093464" y="280543"/>
                  </a:lnTo>
                  <a:lnTo>
                    <a:pt x="4093464" y="261366"/>
                  </a:lnTo>
                  <a:lnTo>
                    <a:pt x="4085717" y="253619"/>
                  </a:lnTo>
                  <a:close/>
                </a:path>
                <a:path w="6172200" h="1781175">
                  <a:moveTo>
                    <a:pt x="3092830" y="253619"/>
                  </a:moveTo>
                  <a:lnTo>
                    <a:pt x="3073527" y="253619"/>
                  </a:lnTo>
                  <a:lnTo>
                    <a:pt x="3065779" y="261366"/>
                  </a:lnTo>
                  <a:lnTo>
                    <a:pt x="3065779" y="280543"/>
                  </a:lnTo>
                  <a:lnTo>
                    <a:pt x="3073527" y="288290"/>
                  </a:lnTo>
                  <a:lnTo>
                    <a:pt x="3092830" y="288290"/>
                  </a:lnTo>
                  <a:lnTo>
                    <a:pt x="3100578" y="280543"/>
                  </a:lnTo>
                  <a:lnTo>
                    <a:pt x="3100578" y="261366"/>
                  </a:lnTo>
                  <a:lnTo>
                    <a:pt x="3092830" y="253619"/>
                  </a:lnTo>
                  <a:close/>
                </a:path>
                <a:path w="6172200" h="1781175">
                  <a:moveTo>
                    <a:pt x="5804408" y="247776"/>
                  </a:moveTo>
                  <a:lnTo>
                    <a:pt x="5785104" y="247776"/>
                  </a:lnTo>
                  <a:lnTo>
                    <a:pt x="5777357" y="255524"/>
                  </a:lnTo>
                  <a:lnTo>
                    <a:pt x="5777357" y="274700"/>
                  </a:lnTo>
                  <a:lnTo>
                    <a:pt x="5785104" y="282448"/>
                  </a:lnTo>
                  <a:lnTo>
                    <a:pt x="5804408" y="282448"/>
                  </a:lnTo>
                  <a:lnTo>
                    <a:pt x="5812155" y="274700"/>
                  </a:lnTo>
                  <a:lnTo>
                    <a:pt x="5812155" y="255524"/>
                  </a:lnTo>
                  <a:lnTo>
                    <a:pt x="5804408" y="247776"/>
                  </a:lnTo>
                  <a:close/>
                </a:path>
                <a:path w="6172200" h="1781175">
                  <a:moveTo>
                    <a:pt x="5067046" y="247776"/>
                  </a:moveTo>
                  <a:lnTo>
                    <a:pt x="5047742" y="247776"/>
                  </a:lnTo>
                  <a:lnTo>
                    <a:pt x="5039995" y="255524"/>
                  </a:lnTo>
                  <a:lnTo>
                    <a:pt x="5039995" y="274700"/>
                  </a:lnTo>
                  <a:lnTo>
                    <a:pt x="5047742" y="282448"/>
                  </a:lnTo>
                  <a:lnTo>
                    <a:pt x="5067046" y="282448"/>
                  </a:lnTo>
                  <a:lnTo>
                    <a:pt x="5074793" y="274700"/>
                  </a:lnTo>
                  <a:lnTo>
                    <a:pt x="5074793" y="255524"/>
                  </a:lnTo>
                  <a:lnTo>
                    <a:pt x="5067046" y="247776"/>
                  </a:lnTo>
                  <a:close/>
                </a:path>
                <a:path w="6172200" h="1781175">
                  <a:moveTo>
                    <a:pt x="4439920" y="247776"/>
                  </a:moveTo>
                  <a:lnTo>
                    <a:pt x="4420616" y="247776"/>
                  </a:lnTo>
                  <a:lnTo>
                    <a:pt x="4412869" y="255524"/>
                  </a:lnTo>
                  <a:lnTo>
                    <a:pt x="4412869" y="274700"/>
                  </a:lnTo>
                  <a:lnTo>
                    <a:pt x="4420616" y="282448"/>
                  </a:lnTo>
                  <a:lnTo>
                    <a:pt x="4439920" y="282448"/>
                  </a:lnTo>
                  <a:lnTo>
                    <a:pt x="4447667" y="274700"/>
                  </a:lnTo>
                  <a:lnTo>
                    <a:pt x="4447667" y="255524"/>
                  </a:lnTo>
                  <a:lnTo>
                    <a:pt x="4439920" y="247776"/>
                  </a:lnTo>
                  <a:close/>
                </a:path>
                <a:path w="6172200" h="1781175">
                  <a:moveTo>
                    <a:pt x="2094102" y="247776"/>
                  </a:moveTo>
                  <a:lnTo>
                    <a:pt x="2074926" y="247776"/>
                  </a:lnTo>
                  <a:lnTo>
                    <a:pt x="2067052" y="255524"/>
                  </a:lnTo>
                  <a:lnTo>
                    <a:pt x="2067052" y="274700"/>
                  </a:lnTo>
                  <a:lnTo>
                    <a:pt x="2074926" y="282448"/>
                  </a:lnTo>
                  <a:lnTo>
                    <a:pt x="2094102" y="282448"/>
                  </a:lnTo>
                  <a:lnTo>
                    <a:pt x="2101977" y="274700"/>
                  </a:lnTo>
                  <a:lnTo>
                    <a:pt x="2101977" y="255524"/>
                  </a:lnTo>
                  <a:lnTo>
                    <a:pt x="2094102" y="247776"/>
                  </a:lnTo>
                  <a:close/>
                </a:path>
                <a:path w="6172200" h="1781175">
                  <a:moveTo>
                    <a:pt x="764413" y="247776"/>
                  </a:moveTo>
                  <a:lnTo>
                    <a:pt x="745236" y="247776"/>
                  </a:lnTo>
                  <a:lnTo>
                    <a:pt x="737362" y="255524"/>
                  </a:lnTo>
                  <a:lnTo>
                    <a:pt x="737362" y="274700"/>
                  </a:lnTo>
                  <a:lnTo>
                    <a:pt x="745236" y="282448"/>
                  </a:lnTo>
                  <a:lnTo>
                    <a:pt x="764413" y="282448"/>
                  </a:lnTo>
                  <a:lnTo>
                    <a:pt x="772287" y="274700"/>
                  </a:lnTo>
                  <a:lnTo>
                    <a:pt x="772287" y="255524"/>
                  </a:lnTo>
                  <a:lnTo>
                    <a:pt x="764413" y="247776"/>
                  </a:lnTo>
                  <a:close/>
                </a:path>
                <a:path w="6172200" h="1781175">
                  <a:moveTo>
                    <a:pt x="416051" y="247776"/>
                  </a:moveTo>
                  <a:lnTo>
                    <a:pt x="396875" y="247776"/>
                  </a:lnTo>
                  <a:lnTo>
                    <a:pt x="389000" y="255524"/>
                  </a:lnTo>
                  <a:lnTo>
                    <a:pt x="389000" y="274700"/>
                  </a:lnTo>
                  <a:lnTo>
                    <a:pt x="396875" y="282448"/>
                  </a:lnTo>
                  <a:lnTo>
                    <a:pt x="416051" y="282448"/>
                  </a:lnTo>
                  <a:lnTo>
                    <a:pt x="423925" y="274700"/>
                  </a:lnTo>
                  <a:lnTo>
                    <a:pt x="423925" y="255524"/>
                  </a:lnTo>
                  <a:lnTo>
                    <a:pt x="416051" y="247776"/>
                  </a:lnTo>
                  <a:close/>
                </a:path>
                <a:path w="6172200" h="1781175">
                  <a:moveTo>
                    <a:pt x="5659247" y="236220"/>
                  </a:moveTo>
                  <a:lnTo>
                    <a:pt x="5639943" y="236220"/>
                  </a:lnTo>
                  <a:lnTo>
                    <a:pt x="5632196" y="243967"/>
                  </a:lnTo>
                  <a:lnTo>
                    <a:pt x="5632196" y="263144"/>
                  </a:lnTo>
                  <a:lnTo>
                    <a:pt x="5639943" y="270891"/>
                  </a:lnTo>
                  <a:lnTo>
                    <a:pt x="5659247" y="270891"/>
                  </a:lnTo>
                  <a:lnTo>
                    <a:pt x="5666994" y="263144"/>
                  </a:lnTo>
                  <a:lnTo>
                    <a:pt x="5666994" y="243967"/>
                  </a:lnTo>
                  <a:lnTo>
                    <a:pt x="5659247" y="236220"/>
                  </a:lnTo>
                  <a:close/>
                </a:path>
                <a:path w="6172200" h="1781175">
                  <a:moveTo>
                    <a:pt x="3888231" y="236220"/>
                  </a:moveTo>
                  <a:lnTo>
                    <a:pt x="3869054" y="236220"/>
                  </a:lnTo>
                  <a:lnTo>
                    <a:pt x="3861307" y="243967"/>
                  </a:lnTo>
                  <a:lnTo>
                    <a:pt x="3861307" y="263144"/>
                  </a:lnTo>
                  <a:lnTo>
                    <a:pt x="3869054" y="270891"/>
                  </a:lnTo>
                  <a:lnTo>
                    <a:pt x="3888231" y="270891"/>
                  </a:lnTo>
                  <a:lnTo>
                    <a:pt x="3896105" y="263144"/>
                  </a:lnTo>
                  <a:lnTo>
                    <a:pt x="3896105" y="243967"/>
                  </a:lnTo>
                  <a:lnTo>
                    <a:pt x="3888231" y="236220"/>
                  </a:lnTo>
                  <a:close/>
                </a:path>
                <a:path w="6172200" h="1781175">
                  <a:moveTo>
                    <a:pt x="2756027" y="236220"/>
                  </a:moveTo>
                  <a:lnTo>
                    <a:pt x="2736850" y="236220"/>
                  </a:lnTo>
                  <a:lnTo>
                    <a:pt x="2728976" y="243967"/>
                  </a:lnTo>
                  <a:lnTo>
                    <a:pt x="2728976" y="263144"/>
                  </a:lnTo>
                  <a:lnTo>
                    <a:pt x="2736850" y="270891"/>
                  </a:lnTo>
                  <a:lnTo>
                    <a:pt x="2756027" y="270891"/>
                  </a:lnTo>
                  <a:lnTo>
                    <a:pt x="2763901" y="263144"/>
                  </a:lnTo>
                  <a:lnTo>
                    <a:pt x="2763901" y="243967"/>
                  </a:lnTo>
                  <a:lnTo>
                    <a:pt x="2756027" y="236220"/>
                  </a:lnTo>
                  <a:close/>
                </a:path>
                <a:path w="6172200" h="1781175">
                  <a:moveTo>
                    <a:pt x="1948941" y="236220"/>
                  </a:moveTo>
                  <a:lnTo>
                    <a:pt x="1929764" y="236220"/>
                  </a:lnTo>
                  <a:lnTo>
                    <a:pt x="1921890" y="243967"/>
                  </a:lnTo>
                  <a:lnTo>
                    <a:pt x="1921890" y="263144"/>
                  </a:lnTo>
                  <a:lnTo>
                    <a:pt x="1929764" y="270891"/>
                  </a:lnTo>
                  <a:lnTo>
                    <a:pt x="1948941" y="270891"/>
                  </a:lnTo>
                  <a:lnTo>
                    <a:pt x="1956815" y="263144"/>
                  </a:lnTo>
                  <a:lnTo>
                    <a:pt x="1956815" y="243967"/>
                  </a:lnTo>
                  <a:lnTo>
                    <a:pt x="1948941" y="236220"/>
                  </a:lnTo>
                  <a:close/>
                </a:path>
                <a:path w="6172200" h="1781175">
                  <a:moveTo>
                    <a:pt x="985138" y="236220"/>
                  </a:moveTo>
                  <a:lnTo>
                    <a:pt x="965835" y="236220"/>
                  </a:lnTo>
                  <a:lnTo>
                    <a:pt x="958088" y="243967"/>
                  </a:lnTo>
                  <a:lnTo>
                    <a:pt x="958088" y="263144"/>
                  </a:lnTo>
                  <a:lnTo>
                    <a:pt x="965835" y="270891"/>
                  </a:lnTo>
                  <a:lnTo>
                    <a:pt x="985138" y="270891"/>
                  </a:lnTo>
                  <a:lnTo>
                    <a:pt x="992886" y="263144"/>
                  </a:lnTo>
                  <a:lnTo>
                    <a:pt x="992886" y="243967"/>
                  </a:lnTo>
                  <a:lnTo>
                    <a:pt x="985138" y="236220"/>
                  </a:lnTo>
                  <a:close/>
                </a:path>
                <a:path w="6172200" h="1781175">
                  <a:moveTo>
                    <a:pt x="4201795" y="230377"/>
                  </a:moveTo>
                  <a:lnTo>
                    <a:pt x="4182618" y="230377"/>
                  </a:lnTo>
                  <a:lnTo>
                    <a:pt x="4174744" y="238251"/>
                  </a:lnTo>
                  <a:lnTo>
                    <a:pt x="4174744" y="257301"/>
                  </a:lnTo>
                  <a:lnTo>
                    <a:pt x="4182618" y="265175"/>
                  </a:lnTo>
                  <a:lnTo>
                    <a:pt x="4201795" y="265175"/>
                  </a:lnTo>
                  <a:lnTo>
                    <a:pt x="4209669" y="257301"/>
                  </a:lnTo>
                  <a:lnTo>
                    <a:pt x="4209669" y="238251"/>
                  </a:lnTo>
                  <a:lnTo>
                    <a:pt x="4201795" y="230377"/>
                  </a:lnTo>
                  <a:close/>
                </a:path>
                <a:path w="6172200" h="1781175">
                  <a:moveTo>
                    <a:pt x="3208908" y="230377"/>
                  </a:moveTo>
                  <a:lnTo>
                    <a:pt x="3189731" y="230377"/>
                  </a:lnTo>
                  <a:lnTo>
                    <a:pt x="3181857" y="238251"/>
                  </a:lnTo>
                  <a:lnTo>
                    <a:pt x="3181857" y="257301"/>
                  </a:lnTo>
                  <a:lnTo>
                    <a:pt x="3189731" y="265175"/>
                  </a:lnTo>
                  <a:lnTo>
                    <a:pt x="3208908" y="265175"/>
                  </a:lnTo>
                  <a:lnTo>
                    <a:pt x="3216782" y="257301"/>
                  </a:lnTo>
                  <a:lnTo>
                    <a:pt x="3216782" y="238251"/>
                  </a:lnTo>
                  <a:lnTo>
                    <a:pt x="3208908" y="230377"/>
                  </a:lnTo>
                  <a:close/>
                </a:path>
                <a:path w="6172200" h="1781175">
                  <a:moveTo>
                    <a:pt x="3313429" y="224663"/>
                  </a:moveTo>
                  <a:lnTo>
                    <a:pt x="3294253" y="224663"/>
                  </a:lnTo>
                  <a:lnTo>
                    <a:pt x="3286379" y="232409"/>
                  </a:lnTo>
                  <a:lnTo>
                    <a:pt x="3286379" y="251586"/>
                  </a:lnTo>
                  <a:lnTo>
                    <a:pt x="3294253" y="259333"/>
                  </a:lnTo>
                  <a:lnTo>
                    <a:pt x="3313429" y="259333"/>
                  </a:lnTo>
                  <a:lnTo>
                    <a:pt x="3321304" y="251586"/>
                  </a:lnTo>
                  <a:lnTo>
                    <a:pt x="3321304" y="232409"/>
                  </a:lnTo>
                  <a:lnTo>
                    <a:pt x="3313429" y="224663"/>
                  </a:lnTo>
                  <a:close/>
                </a:path>
                <a:path w="6172200" h="1781175">
                  <a:moveTo>
                    <a:pt x="4683759" y="218821"/>
                  </a:moveTo>
                  <a:lnTo>
                    <a:pt x="4664583" y="218821"/>
                  </a:lnTo>
                  <a:lnTo>
                    <a:pt x="4656708" y="226568"/>
                  </a:lnTo>
                  <a:lnTo>
                    <a:pt x="4656708" y="245745"/>
                  </a:lnTo>
                  <a:lnTo>
                    <a:pt x="4664583" y="253619"/>
                  </a:lnTo>
                  <a:lnTo>
                    <a:pt x="4683759" y="253619"/>
                  </a:lnTo>
                  <a:lnTo>
                    <a:pt x="4691507" y="245745"/>
                  </a:lnTo>
                  <a:lnTo>
                    <a:pt x="4691507" y="226568"/>
                  </a:lnTo>
                  <a:lnTo>
                    <a:pt x="4683759" y="218821"/>
                  </a:lnTo>
                  <a:close/>
                </a:path>
                <a:path w="6172200" h="1781175">
                  <a:moveTo>
                    <a:pt x="2860548" y="218821"/>
                  </a:moveTo>
                  <a:lnTo>
                    <a:pt x="2841371" y="218821"/>
                  </a:lnTo>
                  <a:lnTo>
                    <a:pt x="2833497" y="226568"/>
                  </a:lnTo>
                  <a:lnTo>
                    <a:pt x="2833497" y="245745"/>
                  </a:lnTo>
                  <a:lnTo>
                    <a:pt x="2841371" y="253619"/>
                  </a:lnTo>
                  <a:lnTo>
                    <a:pt x="2860548" y="253619"/>
                  </a:lnTo>
                  <a:lnTo>
                    <a:pt x="2868422" y="245745"/>
                  </a:lnTo>
                  <a:lnTo>
                    <a:pt x="2868422" y="226568"/>
                  </a:lnTo>
                  <a:lnTo>
                    <a:pt x="2860548" y="218821"/>
                  </a:lnTo>
                  <a:close/>
                </a:path>
                <a:path w="6172200" h="1781175">
                  <a:moveTo>
                    <a:pt x="2645664" y="218821"/>
                  </a:moveTo>
                  <a:lnTo>
                    <a:pt x="2626487" y="218821"/>
                  </a:lnTo>
                  <a:lnTo>
                    <a:pt x="2618740" y="226568"/>
                  </a:lnTo>
                  <a:lnTo>
                    <a:pt x="2618740" y="245745"/>
                  </a:lnTo>
                  <a:lnTo>
                    <a:pt x="2626487" y="253619"/>
                  </a:lnTo>
                  <a:lnTo>
                    <a:pt x="2645664" y="253619"/>
                  </a:lnTo>
                  <a:lnTo>
                    <a:pt x="2653538" y="245745"/>
                  </a:lnTo>
                  <a:lnTo>
                    <a:pt x="2653538" y="226568"/>
                  </a:lnTo>
                  <a:lnTo>
                    <a:pt x="2645664" y="218821"/>
                  </a:lnTo>
                  <a:close/>
                </a:path>
                <a:path w="6172200" h="1781175">
                  <a:moveTo>
                    <a:pt x="270890" y="218821"/>
                  </a:moveTo>
                  <a:lnTo>
                    <a:pt x="251713" y="218821"/>
                  </a:lnTo>
                  <a:lnTo>
                    <a:pt x="243839" y="226568"/>
                  </a:lnTo>
                  <a:lnTo>
                    <a:pt x="243839" y="245745"/>
                  </a:lnTo>
                  <a:lnTo>
                    <a:pt x="251713" y="253619"/>
                  </a:lnTo>
                  <a:lnTo>
                    <a:pt x="270890" y="253619"/>
                  </a:lnTo>
                  <a:lnTo>
                    <a:pt x="278764" y="245745"/>
                  </a:lnTo>
                  <a:lnTo>
                    <a:pt x="278764" y="226568"/>
                  </a:lnTo>
                  <a:lnTo>
                    <a:pt x="270890" y="218821"/>
                  </a:lnTo>
                  <a:close/>
                </a:path>
                <a:path w="6172200" h="1781175">
                  <a:moveTo>
                    <a:pt x="3772154" y="213105"/>
                  </a:moveTo>
                  <a:lnTo>
                    <a:pt x="3752977" y="213105"/>
                  </a:lnTo>
                  <a:lnTo>
                    <a:pt x="3745103" y="220852"/>
                  </a:lnTo>
                  <a:lnTo>
                    <a:pt x="3745103" y="240029"/>
                  </a:lnTo>
                  <a:lnTo>
                    <a:pt x="3752977" y="247776"/>
                  </a:lnTo>
                  <a:lnTo>
                    <a:pt x="3772154" y="247776"/>
                  </a:lnTo>
                  <a:lnTo>
                    <a:pt x="3779901" y="240029"/>
                  </a:lnTo>
                  <a:lnTo>
                    <a:pt x="3779901" y="220852"/>
                  </a:lnTo>
                  <a:lnTo>
                    <a:pt x="3772154" y="213105"/>
                  </a:lnTo>
                  <a:close/>
                </a:path>
                <a:path w="6172200" h="1781175">
                  <a:moveTo>
                    <a:pt x="1635378" y="213105"/>
                  </a:moveTo>
                  <a:lnTo>
                    <a:pt x="1616202" y="213105"/>
                  </a:lnTo>
                  <a:lnTo>
                    <a:pt x="1608327" y="220852"/>
                  </a:lnTo>
                  <a:lnTo>
                    <a:pt x="1608327" y="240029"/>
                  </a:lnTo>
                  <a:lnTo>
                    <a:pt x="1616202" y="247776"/>
                  </a:lnTo>
                  <a:lnTo>
                    <a:pt x="1635378" y="247776"/>
                  </a:lnTo>
                  <a:lnTo>
                    <a:pt x="1643252" y="240029"/>
                  </a:lnTo>
                  <a:lnTo>
                    <a:pt x="1643252" y="220852"/>
                  </a:lnTo>
                  <a:lnTo>
                    <a:pt x="1635378" y="213105"/>
                  </a:lnTo>
                  <a:close/>
                </a:path>
                <a:path w="6172200" h="1781175">
                  <a:moveTo>
                    <a:pt x="4318000" y="207264"/>
                  </a:moveTo>
                  <a:lnTo>
                    <a:pt x="4298696" y="207264"/>
                  </a:lnTo>
                  <a:lnTo>
                    <a:pt x="4290949" y="215010"/>
                  </a:lnTo>
                  <a:lnTo>
                    <a:pt x="4290949" y="234188"/>
                  </a:lnTo>
                  <a:lnTo>
                    <a:pt x="4298696" y="241934"/>
                  </a:lnTo>
                  <a:lnTo>
                    <a:pt x="4318000" y="241934"/>
                  </a:lnTo>
                  <a:lnTo>
                    <a:pt x="4325747" y="234188"/>
                  </a:lnTo>
                  <a:lnTo>
                    <a:pt x="4325747" y="215010"/>
                  </a:lnTo>
                  <a:lnTo>
                    <a:pt x="4318000" y="207264"/>
                  </a:lnTo>
                  <a:close/>
                </a:path>
                <a:path w="6172200" h="1781175">
                  <a:moveTo>
                    <a:pt x="3650233" y="207264"/>
                  </a:moveTo>
                  <a:lnTo>
                    <a:pt x="3630929" y="207264"/>
                  </a:lnTo>
                  <a:lnTo>
                    <a:pt x="3623182" y="215010"/>
                  </a:lnTo>
                  <a:lnTo>
                    <a:pt x="3623182" y="234188"/>
                  </a:lnTo>
                  <a:lnTo>
                    <a:pt x="3630929" y="241934"/>
                  </a:lnTo>
                  <a:lnTo>
                    <a:pt x="3650233" y="241934"/>
                  </a:lnTo>
                  <a:lnTo>
                    <a:pt x="3657980" y="234188"/>
                  </a:lnTo>
                  <a:lnTo>
                    <a:pt x="3657980" y="215010"/>
                  </a:lnTo>
                  <a:lnTo>
                    <a:pt x="3650233" y="207264"/>
                  </a:lnTo>
                  <a:close/>
                </a:path>
                <a:path w="6172200" h="1781175">
                  <a:moveTo>
                    <a:pt x="6025007" y="201422"/>
                  </a:moveTo>
                  <a:lnTo>
                    <a:pt x="6005830" y="201422"/>
                  </a:lnTo>
                  <a:lnTo>
                    <a:pt x="5997956" y="209296"/>
                  </a:lnTo>
                  <a:lnTo>
                    <a:pt x="5997956" y="228473"/>
                  </a:lnTo>
                  <a:lnTo>
                    <a:pt x="6005830" y="236220"/>
                  </a:lnTo>
                  <a:lnTo>
                    <a:pt x="6025007" y="236220"/>
                  </a:lnTo>
                  <a:lnTo>
                    <a:pt x="6032881" y="228473"/>
                  </a:lnTo>
                  <a:lnTo>
                    <a:pt x="6032881" y="209296"/>
                  </a:lnTo>
                  <a:lnTo>
                    <a:pt x="6025007" y="201422"/>
                  </a:lnTo>
                  <a:close/>
                </a:path>
                <a:path w="6172200" h="1781175">
                  <a:moveTo>
                    <a:pt x="1281176" y="201422"/>
                  </a:moveTo>
                  <a:lnTo>
                    <a:pt x="1261999" y="201422"/>
                  </a:lnTo>
                  <a:lnTo>
                    <a:pt x="1254125" y="209296"/>
                  </a:lnTo>
                  <a:lnTo>
                    <a:pt x="1254125" y="228473"/>
                  </a:lnTo>
                  <a:lnTo>
                    <a:pt x="1261999" y="236220"/>
                  </a:lnTo>
                  <a:lnTo>
                    <a:pt x="1281176" y="236220"/>
                  </a:lnTo>
                  <a:lnTo>
                    <a:pt x="1289050" y="228473"/>
                  </a:lnTo>
                  <a:lnTo>
                    <a:pt x="1289050" y="209296"/>
                  </a:lnTo>
                  <a:lnTo>
                    <a:pt x="1281176" y="201422"/>
                  </a:lnTo>
                  <a:close/>
                </a:path>
                <a:path w="6172200" h="1781175">
                  <a:moveTo>
                    <a:pt x="5531484" y="195706"/>
                  </a:moveTo>
                  <a:lnTo>
                    <a:pt x="5512308" y="195706"/>
                  </a:lnTo>
                  <a:lnTo>
                    <a:pt x="5504433" y="203453"/>
                  </a:lnTo>
                  <a:lnTo>
                    <a:pt x="5504433" y="222630"/>
                  </a:lnTo>
                  <a:lnTo>
                    <a:pt x="5512308" y="230377"/>
                  </a:lnTo>
                  <a:lnTo>
                    <a:pt x="5531484" y="230377"/>
                  </a:lnTo>
                  <a:lnTo>
                    <a:pt x="5539358" y="222630"/>
                  </a:lnTo>
                  <a:lnTo>
                    <a:pt x="5539358" y="203453"/>
                  </a:lnTo>
                  <a:lnTo>
                    <a:pt x="5531484" y="195706"/>
                  </a:lnTo>
                  <a:close/>
                </a:path>
                <a:path w="6172200" h="1781175">
                  <a:moveTo>
                    <a:pt x="1507616" y="195706"/>
                  </a:moveTo>
                  <a:lnTo>
                    <a:pt x="1488439" y="195706"/>
                  </a:lnTo>
                  <a:lnTo>
                    <a:pt x="1480692" y="203453"/>
                  </a:lnTo>
                  <a:lnTo>
                    <a:pt x="1480692" y="222630"/>
                  </a:lnTo>
                  <a:lnTo>
                    <a:pt x="1488439" y="230377"/>
                  </a:lnTo>
                  <a:lnTo>
                    <a:pt x="1507616" y="230377"/>
                  </a:lnTo>
                  <a:lnTo>
                    <a:pt x="1515490" y="222630"/>
                  </a:lnTo>
                  <a:lnTo>
                    <a:pt x="1515490" y="203453"/>
                  </a:lnTo>
                  <a:lnTo>
                    <a:pt x="1507616" y="195706"/>
                  </a:lnTo>
                  <a:close/>
                </a:path>
                <a:path w="6172200" h="1781175">
                  <a:moveTo>
                    <a:pt x="5409565" y="189865"/>
                  </a:moveTo>
                  <a:lnTo>
                    <a:pt x="5390388" y="189865"/>
                  </a:lnTo>
                  <a:lnTo>
                    <a:pt x="5382514" y="197739"/>
                  </a:lnTo>
                  <a:lnTo>
                    <a:pt x="5382514" y="216916"/>
                  </a:lnTo>
                  <a:lnTo>
                    <a:pt x="5390388" y="224663"/>
                  </a:lnTo>
                  <a:lnTo>
                    <a:pt x="5409565" y="224663"/>
                  </a:lnTo>
                  <a:lnTo>
                    <a:pt x="5417311" y="216916"/>
                  </a:lnTo>
                  <a:lnTo>
                    <a:pt x="5417311" y="197739"/>
                  </a:lnTo>
                  <a:lnTo>
                    <a:pt x="5409565" y="189865"/>
                  </a:lnTo>
                  <a:close/>
                </a:path>
                <a:path w="6172200" h="1781175">
                  <a:moveTo>
                    <a:pt x="3992753" y="189865"/>
                  </a:moveTo>
                  <a:lnTo>
                    <a:pt x="3973576" y="189865"/>
                  </a:lnTo>
                  <a:lnTo>
                    <a:pt x="3965829" y="197739"/>
                  </a:lnTo>
                  <a:lnTo>
                    <a:pt x="3965829" y="216916"/>
                  </a:lnTo>
                  <a:lnTo>
                    <a:pt x="3973576" y="224663"/>
                  </a:lnTo>
                  <a:lnTo>
                    <a:pt x="3992753" y="224663"/>
                  </a:lnTo>
                  <a:lnTo>
                    <a:pt x="4000627" y="216916"/>
                  </a:lnTo>
                  <a:lnTo>
                    <a:pt x="4000627" y="197739"/>
                  </a:lnTo>
                  <a:lnTo>
                    <a:pt x="3992753" y="189865"/>
                  </a:lnTo>
                  <a:close/>
                </a:path>
                <a:path w="6172200" h="1781175">
                  <a:moveTo>
                    <a:pt x="2982467" y="189865"/>
                  </a:moveTo>
                  <a:lnTo>
                    <a:pt x="2963291" y="189865"/>
                  </a:lnTo>
                  <a:lnTo>
                    <a:pt x="2955416" y="197739"/>
                  </a:lnTo>
                  <a:lnTo>
                    <a:pt x="2955416" y="216916"/>
                  </a:lnTo>
                  <a:lnTo>
                    <a:pt x="2963291" y="224663"/>
                  </a:lnTo>
                  <a:lnTo>
                    <a:pt x="2982467" y="224663"/>
                  </a:lnTo>
                  <a:lnTo>
                    <a:pt x="2990341" y="216916"/>
                  </a:lnTo>
                  <a:lnTo>
                    <a:pt x="2990341" y="197739"/>
                  </a:lnTo>
                  <a:lnTo>
                    <a:pt x="2982467" y="189865"/>
                  </a:lnTo>
                  <a:close/>
                </a:path>
                <a:path w="6172200" h="1781175">
                  <a:moveTo>
                    <a:pt x="5275960" y="184150"/>
                  </a:moveTo>
                  <a:lnTo>
                    <a:pt x="5256783" y="184150"/>
                  </a:lnTo>
                  <a:lnTo>
                    <a:pt x="5249036" y="191897"/>
                  </a:lnTo>
                  <a:lnTo>
                    <a:pt x="5249036" y="211074"/>
                  </a:lnTo>
                  <a:lnTo>
                    <a:pt x="5256783" y="218821"/>
                  </a:lnTo>
                  <a:lnTo>
                    <a:pt x="5275960" y="218821"/>
                  </a:lnTo>
                  <a:lnTo>
                    <a:pt x="5283834" y="211074"/>
                  </a:lnTo>
                  <a:lnTo>
                    <a:pt x="5283834" y="191897"/>
                  </a:lnTo>
                  <a:lnTo>
                    <a:pt x="5275960" y="184150"/>
                  </a:lnTo>
                  <a:close/>
                </a:path>
                <a:path w="6172200" h="1781175">
                  <a:moveTo>
                    <a:pt x="2529586" y="184150"/>
                  </a:moveTo>
                  <a:lnTo>
                    <a:pt x="2510409" y="184150"/>
                  </a:lnTo>
                  <a:lnTo>
                    <a:pt x="2502535" y="191897"/>
                  </a:lnTo>
                  <a:lnTo>
                    <a:pt x="2502535" y="211074"/>
                  </a:lnTo>
                  <a:lnTo>
                    <a:pt x="2510409" y="218821"/>
                  </a:lnTo>
                  <a:lnTo>
                    <a:pt x="2529586" y="218821"/>
                  </a:lnTo>
                  <a:lnTo>
                    <a:pt x="2537333" y="211074"/>
                  </a:lnTo>
                  <a:lnTo>
                    <a:pt x="2537333" y="191897"/>
                  </a:lnTo>
                  <a:lnTo>
                    <a:pt x="2529586" y="184150"/>
                  </a:lnTo>
                  <a:close/>
                </a:path>
                <a:path w="6172200" h="1781175">
                  <a:moveTo>
                    <a:pt x="38608" y="184150"/>
                  </a:moveTo>
                  <a:lnTo>
                    <a:pt x="19430" y="184150"/>
                  </a:lnTo>
                  <a:lnTo>
                    <a:pt x="11557" y="191897"/>
                  </a:lnTo>
                  <a:lnTo>
                    <a:pt x="11557" y="211074"/>
                  </a:lnTo>
                  <a:lnTo>
                    <a:pt x="19430" y="218821"/>
                  </a:lnTo>
                  <a:lnTo>
                    <a:pt x="38608" y="218821"/>
                  </a:lnTo>
                  <a:lnTo>
                    <a:pt x="46482" y="211074"/>
                  </a:lnTo>
                  <a:lnTo>
                    <a:pt x="46482" y="191897"/>
                  </a:lnTo>
                  <a:lnTo>
                    <a:pt x="38608" y="184150"/>
                  </a:lnTo>
                  <a:close/>
                </a:path>
                <a:path w="6172200" h="1781175">
                  <a:moveTo>
                    <a:pt x="6164453" y="178307"/>
                  </a:moveTo>
                  <a:lnTo>
                    <a:pt x="6145149" y="178307"/>
                  </a:lnTo>
                  <a:lnTo>
                    <a:pt x="6137402" y="186054"/>
                  </a:lnTo>
                  <a:lnTo>
                    <a:pt x="6137402" y="205231"/>
                  </a:lnTo>
                  <a:lnTo>
                    <a:pt x="6145149" y="213105"/>
                  </a:lnTo>
                  <a:lnTo>
                    <a:pt x="6164453" y="213105"/>
                  </a:lnTo>
                  <a:lnTo>
                    <a:pt x="6172200" y="205231"/>
                  </a:lnTo>
                  <a:lnTo>
                    <a:pt x="6172200" y="186054"/>
                  </a:lnTo>
                  <a:lnTo>
                    <a:pt x="6164453" y="178307"/>
                  </a:lnTo>
                  <a:close/>
                </a:path>
                <a:path w="6172200" h="1781175">
                  <a:moveTo>
                    <a:pt x="2308987" y="172593"/>
                  </a:moveTo>
                  <a:lnTo>
                    <a:pt x="2289683" y="172593"/>
                  </a:lnTo>
                  <a:lnTo>
                    <a:pt x="2281936" y="180340"/>
                  </a:lnTo>
                  <a:lnTo>
                    <a:pt x="2281936" y="199517"/>
                  </a:lnTo>
                  <a:lnTo>
                    <a:pt x="2289683" y="207264"/>
                  </a:lnTo>
                  <a:lnTo>
                    <a:pt x="2308987" y="207264"/>
                  </a:lnTo>
                  <a:lnTo>
                    <a:pt x="2316734" y="199517"/>
                  </a:lnTo>
                  <a:lnTo>
                    <a:pt x="2316734" y="180340"/>
                  </a:lnTo>
                  <a:lnTo>
                    <a:pt x="2308987" y="172593"/>
                  </a:lnTo>
                  <a:close/>
                </a:path>
                <a:path w="6172200" h="1781175">
                  <a:moveTo>
                    <a:pt x="2187066" y="172593"/>
                  </a:moveTo>
                  <a:lnTo>
                    <a:pt x="2167763" y="172593"/>
                  </a:lnTo>
                  <a:lnTo>
                    <a:pt x="2160016" y="180340"/>
                  </a:lnTo>
                  <a:lnTo>
                    <a:pt x="2160016" y="199517"/>
                  </a:lnTo>
                  <a:lnTo>
                    <a:pt x="2167763" y="207264"/>
                  </a:lnTo>
                  <a:lnTo>
                    <a:pt x="2187066" y="207264"/>
                  </a:lnTo>
                  <a:lnTo>
                    <a:pt x="2194814" y="199517"/>
                  </a:lnTo>
                  <a:lnTo>
                    <a:pt x="2194814" y="180340"/>
                  </a:lnTo>
                  <a:lnTo>
                    <a:pt x="2187066" y="172593"/>
                  </a:lnTo>
                  <a:close/>
                </a:path>
                <a:path w="6172200" h="1781175">
                  <a:moveTo>
                    <a:pt x="613537" y="172593"/>
                  </a:moveTo>
                  <a:lnTo>
                    <a:pt x="594233" y="172593"/>
                  </a:lnTo>
                  <a:lnTo>
                    <a:pt x="586486" y="180340"/>
                  </a:lnTo>
                  <a:lnTo>
                    <a:pt x="586486" y="199517"/>
                  </a:lnTo>
                  <a:lnTo>
                    <a:pt x="594233" y="207264"/>
                  </a:lnTo>
                  <a:lnTo>
                    <a:pt x="613537" y="207264"/>
                  </a:lnTo>
                  <a:lnTo>
                    <a:pt x="621284" y="199517"/>
                  </a:lnTo>
                  <a:lnTo>
                    <a:pt x="621284" y="180340"/>
                  </a:lnTo>
                  <a:lnTo>
                    <a:pt x="613537" y="172593"/>
                  </a:lnTo>
                  <a:close/>
                </a:path>
                <a:path w="6172200" h="1781175">
                  <a:moveTo>
                    <a:pt x="5920485" y="161035"/>
                  </a:moveTo>
                  <a:lnTo>
                    <a:pt x="5901308" y="161035"/>
                  </a:lnTo>
                  <a:lnTo>
                    <a:pt x="5893434" y="168782"/>
                  </a:lnTo>
                  <a:lnTo>
                    <a:pt x="5893434" y="187959"/>
                  </a:lnTo>
                  <a:lnTo>
                    <a:pt x="5901308" y="195706"/>
                  </a:lnTo>
                  <a:lnTo>
                    <a:pt x="5920485" y="195706"/>
                  </a:lnTo>
                  <a:lnTo>
                    <a:pt x="5928359" y="187959"/>
                  </a:lnTo>
                  <a:lnTo>
                    <a:pt x="5928359" y="168782"/>
                  </a:lnTo>
                  <a:lnTo>
                    <a:pt x="5920485" y="161035"/>
                  </a:lnTo>
                  <a:close/>
                </a:path>
                <a:path w="6172200" h="1781175">
                  <a:moveTo>
                    <a:pt x="5142483" y="161035"/>
                  </a:moveTo>
                  <a:lnTo>
                    <a:pt x="5123180" y="161035"/>
                  </a:lnTo>
                  <a:lnTo>
                    <a:pt x="5115433" y="168782"/>
                  </a:lnTo>
                  <a:lnTo>
                    <a:pt x="5115433" y="187959"/>
                  </a:lnTo>
                  <a:lnTo>
                    <a:pt x="5123180" y="195706"/>
                  </a:lnTo>
                  <a:lnTo>
                    <a:pt x="5142483" y="195706"/>
                  </a:lnTo>
                  <a:lnTo>
                    <a:pt x="5150231" y="187959"/>
                  </a:lnTo>
                  <a:lnTo>
                    <a:pt x="5150231" y="168782"/>
                  </a:lnTo>
                  <a:lnTo>
                    <a:pt x="5142483" y="161035"/>
                  </a:lnTo>
                  <a:close/>
                </a:path>
                <a:path w="6172200" h="1781175">
                  <a:moveTo>
                    <a:pt x="3400552" y="161035"/>
                  </a:moveTo>
                  <a:lnTo>
                    <a:pt x="3381375" y="161035"/>
                  </a:lnTo>
                  <a:lnTo>
                    <a:pt x="3373501" y="168782"/>
                  </a:lnTo>
                  <a:lnTo>
                    <a:pt x="3373501" y="187959"/>
                  </a:lnTo>
                  <a:lnTo>
                    <a:pt x="3381375" y="195706"/>
                  </a:lnTo>
                  <a:lnTo>
                    <a:pt x="3400552" y="195706"/>
                  </a:lnTo>
                  <a:lnTo>
                    <a:pt x="3408299" y="187959"/>
                  </a:lnTo>
                  <a:lnTo>
                    <a:pt x="3408299" y="168782"/>
                  </a:lnTo>
                  <a:lnTo>
                    <a:pt x="3400552" y="161035"/>
                  </a:lnTo>
                  <a:close/>
                </a:path>
                <a:path w="6172200" h="1781175">
                  <a:moveTo>
                    <a:pt x="1768983" y="161035"/>
                  </a:moveTo>
                  <a:lnTo>
                    <a:pt x="1749678" y="161035"/>
                  </a:lnTo>
                  <a:lnTo>
                    <a:pt x="1741932" y="168782"/>
                  </a:lnTo>
                  <a:lnTo>
                    <a:pt x="1741932" y="187959"/>
                  </a:lnTo>
                  <a:lnTo>
                    <a:pt x="1749678" y="195706"/>
                  </a:lnTo>
                  <a:lnTo>
                    <a:pt x="1768983" y="195706"/>
                  </a:lnTo>
                  <a:lnTo>
                    <a:pt x="1776729" y="187959"/>
                  </a:lnTo>
                  <a:lnTo>
                    <a:pt x="1776729" y="168782"/>
                  </a:lnTo>
                  <a:lnTo>
                    <a:pt x="1768983" y="161035"/>
                  </a:lnTo>
                  <a:close/>
                </a:path>
                <a:path w="6172200" h="1781175">
                  <a:moveTo>
                    <a:pt x="1385697" y="161035"/>
                  </a:moveTo>
                  <a:lnTo>
                    <a:pt x="1366520" y="161035"/>
                  </a:lnTo>
                  <a:lnTo>
                    <a:pt x="1358646" y="168782"/>
                  </a:lnTo>
                  <a:lnTo>
                    <a:pt x="1358646" y="187959"/>
                  </a:lnTo>
                  <a:lnTo>
                    <a:pt x="1366520" y="195706"/>
                  </a:lnTo>
                  <a:lnTo>
                    <a:pt x="1385697" y="195706"/>
                  </a:lnTo>
                  <a:lnTo>
                    <a:pt x="1393571" y="187959"/>
                  </a:lnTo>
                  <a:lnTo>
                    <a:pt x="1393571" y="168782"/>
                  </a:lnTo>
                  <a:lnTo>
                    <a:pt x="1385697" y="161035"/>
                  </a:lnTo>
                  <a:close/>
                </a:path>
                <a:path w="6172200" h="1781175">
                  <a:moveTo>
                    <a:pt x="4939283" y="155194"/>
                  </a:moveTo>
                  <a:lnTo>
                    <a:pt x="4919980" y="155194"/>
                  </a:lnTo>
                  <a:lnTo>
                    <a:pt x="4912233" y="162941"/>
                  </a:lnTo>
                  <a:lnTo>
                    <a:pt x="4912233" y="182118"/>
                  </a:lnTo>
                  <a:lnTo>
                    <a:pt x="4919980" y="189865"/>
                  </a:lnTo>
                  <a:lnTo>
                    <a:pt x="4939283" y="189865"/>
                  </a:lnTo>
                  <a:lnTo>
                    <a:pt x="4947031" y="182118"/>
                  </a:lnTo>
                  <a:lnTo>
                    <a:pt x="4947031" y="162941"/>
                  </a:lnTo>
                  <a:lnTo>
                    <a:pt x="4939283" y="155194"/>
                  </a:lnTo>
                  <a:close/>
                </a:path>
                <a:path w="6172200" h="1781175">
                  <a:moveTo>
                    <a:pt x="1159255" y="155194"/>
                  </a:moveTo>
                  <a:lnTo>
                    <a:pt x="1140078" y="155194"/>
                  </a:lnTo>
                  <a:lnTo>
                    <a:pt x="1132204" y="162941"/>
                  </a:lnTo>
                  <a:lnTo>
                    <a:pt x="1132204" y="182118"/>
                  </a:lnTo>
                  <a:lnTo>
                    <a:pt x="1140078" y="189865"/>
                  </a:lnTo>
                  <a:lnTo>
                    <a:pt x="1159255" y="189865"/>
                  </a:lnTo>
                  <a:lnTo>
                    <a:pt x="1167129" y="182118"/>
                  </a:lnTo>
                  <a:lnTo>
                    <a:pt x="1167129" y="162941"/>
                  </a:lnTo>
                  <a:lnTo>
                    <a:pt x="1159255" y="155194"/>
                  </a:lnTo>
                  <a:close/>
                </a:path>
                <a:path w="6172200" h="1781175">
                  <a:moveTo>
                    <a:pt x="485775" y="155194"/>
                  </a:moveTo>
                  <a:lnTo>
                    <a:pt x="466471" y="155194"/>
                  </a:lnTo>
                  <a:lnTo>
                    <a:pt x="458724" y="162941"/>
                  </a:lnTo>
                  <a:lnTo>
                    <a:pt x="458724" y="182118"/>
                  </a:lnTo>
                  <a:lnTo>
                    <a:pt x="466471" y="189865"/>
                  </a:lnTo>
                  <a:lnTo>
                    <a:pt x="485775" y="189865"/>
                  </a:lnTo>
                  <a:lnTo>
                    <a:pt x="493522" y="182118"/>
                  </a:lnTo>
                  <a:lnTo>
                    <a:pt x="493522" y="162941"/>
                  </a:lnTo>
                  <a:lnTo>
                    <a:pt x="485775" y="155194"/>
                  </a:lnTo>
                  <a:close/>
                </a:path>
                <a:path w="6172200" h="1781175">
                  <a:moveTo>
                    <a:pt x="137413" y="155194"/>
                  </a:moveTo>
                  <a:lnTo>
                    <a:pt x="118110" y="155194"/>
                  </a:lnTo>
                  <a:lnTo>
                    <a:pt x="110362" y="162941"/>
                  </a:lnTo>
                  <a:lnTo>
                    <a:pt x="110362" y="182118"/>
                  </a:lnTo>
                  <a:lnTo>
                    <a:pt x="118110" y="189865"/>
                  </a:lnTo>
                  <a:lnTo>
                    <a:pt x="137413" y="189865"/>
                  </a:lnTo>
                  <a:lnTo>
                    <a:pt x="145161" y="182118"/>
                  </a:lnTo>
                  <a:lnTo>
                    <a:pt x="145161" y="162941"/>
                  </a:lnTo>
                  <a:lnTo>
                    <a:pt x="137413" y="155194"/>
                  </a:lnTo>
                  <a:close/>
                </a:path>
                <a:path w="6172200" h="1781175">
                  <a:moveTo>
                    <a:pt x="4811522" y="149351"/>
                  </a:moveTo>
                  <a:lnTo>
                    <a:pt x="4792218" y="149351"/>
                  </a:lnTo>
                  <a:lnTo>
                    <a:pt x="4784471" y="157225"/>
                  </a:lnTo>
                  <a:lnTo>
                    <a:pt x="4784471" y="176402"/>
                  </a:lnTo>
                  <a:lnTo>
                    <a:pt x="4792218" y="184150"/>
                  </a:lnTo>
                  <a:lnTo>
                    <a:pt x="4811522" y="184150"/>
                  </a:lnTo>
                  <a:lnTo>
                    <a:pt x="4819269" y="176402"/>
                  </a:lnTo>
                  <a:lnTo>
                    <a:pt x="4819269" y="157225"/>
                  </a:lnTo>
                  <a:lnTo>
                    <a:pt x="4811522" y="149351"/>
                  </a:lnTo>
                  <a:close/>
                </a:path>
                <a:path w="6172200" h="1781175">
                  <a:moveTo>
                    <a:pt x="3522472" y="149351"/>
                  </a:moveTo>
                  <a:lnTo>
                    <a:pt x="3503295" y="149351"/>
                  </a:lnTo>
                  <a:lnTo>
                    <a:pt x="3495421" y="157225"/>
                  </a:lnTo>
                  <a:lnTo>
                    <a:pt x="3495421" y="176402"/>
                  </a:lnTo>
                  <a:lnTo>
                    <a:pt x="3503295" y="184150"/>
                  </a:lnTo>
                  <a:lnTo>
                    <a:pt x="3522472" y="184150"/>
                  </a:lnTo>
                  <a:lnTo>
                    <a:pt x="3530346" y="176402"/>
                  </a:lnTo>
                  <a:lnTo>
                    <a:pt x="3530346" y="157225"/>
                  </a:lnTo>
                  <a:lnTo>
                    <a:pt x="3522472" y="149351"/>
                  </a:lnTo>
                  <a:close/>
                </a:path>
                <a:path w="6172200" h="1781175">
                  <a:moveTo>
                    <a:pt x="2419223" y="149351"/>
                  </a:moveTo>
                  <a:lnTo>
                    <a:pt x="2400046" y="149351"/>
                  </a:lnTo>
                  <a:lnTo>
                    <a:pt x="2392172" y="157225"/>
                  </a:lnTo>
                  <a:lnTo>
                    <a:pt x="2392172" y="176402"/>
                  </a:lnTo>
                  <a:lnTo>
                    <a:pt x="2400046" y="184150"/>
                  </a:lnTo>
                  <a:lnTo>
                    <a:pt x="2419223" y="184150"/>
                  </a:lnTo>
                  <a:lnTo>
                    <a:pt x="2427097" y="176402"/>
                  </a:lnTo>
                  <a:lnTo>
                    <a:pt x="2427097" y="157225"/>
                  </a:lnTo>
                  <a:lnTo>
                    <a:pt x="2419223" y="149351"/>
                  </a:lnTo>
                  <a:close/>
                </a:path>
                <a:path w="6172200" h="1781175">
                  <a:moveTo>
                    <a:pt x="1867662" y="149351"/>
                  </a:moveTo>
                  <a:lnTo>
                    <a:pt x="1848485" y="149351"/>
                  </a:lnTo>
                  <a:lnTo>
                    <a:pt x="1840611" y="157225"/>
                  </a:lnTo>
                  <a:lnTo>
                    <a:pt x="1840611" y="176402"/>
                  </a:lnTo>
                  <a:lnTo>
                    <a:pt x="1848485" y="184150"/>
                  </a:lnTo>
                  <a:lnTo>
                    <a:pt x="1867662" y="184150"/>
                  </a:lnTo>
                  <a:lnTo>
                    <a:pt x="1875409" y="176402"/>
                  </a:lnTo>
                  <a:lnTo>
                    <a:pt x="1875409" y="157225"/>
                  </a:lnTo>
                  <a:lnTo>
                    <a:pt x="1867662" y="149351"/>
                  </a:lnTo>
                  <a:close/>
                </a:path>
                <a:path w="6172200" h="1781175">
                  <a:moveTo>
                    <a:pt x="898016" y="149351"/>
                  </a:moveTo>
                  <a:lnTo>
                    <a:pt x="878713" y="149351"/>
                  </a:lnTo>
                  <a:lnTo>
                    <a:pt x="870965" y="157225"/>
                  </a:lnTo>
                  <a:lnTo>
                    <a:pt x="870965" y="176402"/>
                  </a:lnTo>
                  <a:lnTo>
                    <a:pt x="878713" y="184150"/>
                  </a:lnTo>
                  <a:lnTo>
                    <a:pt x="898016" y="184150"/>
                  </a:lnTo>
                  <a:lnTo>
                    <a:pt x="905763" y="176402"/>
                  </a:lnTo>
                  <a:lnTo>
                    <a:pt x="905763" y="157225"/>
                  </a:lnTo>
                  <a:lnTo>
                    <a:pt x="898016" y="149351"/>
                  </a:lnTo>
                  <a:close/>
                </a:path>
                <a:path w="6172200" h="1781175">
                  <a:moveTo>
                    <a:pt x="5717285" y="143636"/>
                  </a:moveTo>
                  <a:lnTo>
                    <a:pt x="5698108" y="143636"/>
                  </a:lnTo>
                  <a:lnTo>
                    <a:pt x="5690234" y="151383"/>
                  </a:lnTo>
                  <a:lnTo>
                    <a:pt x="5690234" y="170560"/>
                  </a:lnTo>
                  <a:lnTo>
                    <a:pt x="5698108" y="178307"/>
                  </a:lnTo>
                  <a:lnTo>
                    <a:pt x="5717285" y="178307"/>
                  </a:lnTo>
                  <a:lnTo>
                    <a:pt x="5725159" y="170560"/>
                  </a:lnTo>
                  <a:lnTo>
                    <a:pt x="5725159" y="151383"/>
                  </a:lnTo>
                  <a:lnTo>
                    <a:pt x="5717285" y="143636"/>
                  </a:lnTo>
                  <a:close/>
                </a:path>
                <a:path w="6172200" h="1781175">
                  <a:moveTo>
                    <a:pt x="4497958" y="143636"/>
                  </a:moveTo>
                  <a:lnTo>
                    <a:pt x="4478782" y="143636"/>
                  </a:lnTo>
                  <a:lnTo>
                    <a:pt x="4470908" y="151383"/>
                  </a:lnTo>
                  <a:lnTo>
                    <a:pt x="4470908" y="170560"/>
                  </a:lnTo>
                  <a:lnTo>
                    <a:pt x="4478782" y="178307"/>
                  </a:lnTo>
                  <a:lnTo>
                    <a:pt x="4497958" y="178307"/>
                  </a:lnTo>
                  <a:lnTo>
                    <a:pt x="4505706" y="170560"/>
                  </a:lnTo>
                  <a:lnTo>
                    <a:pt x="4505706" y="151383"/>
                  </a:lnTo>
                  <a:lnTo>
                    <a:pt x="4497958" y="143636"/>
                  </a:lnTo>
                  <a:close/>
                </a:path>
                <a:path w="6172200" h="1781175">
                  <a:moveTo>
                    <a:pt x="2065147" y="143636"/>
                  </a:moveTo>
                  <a:lnTo>
                    <a:pt x="2045842" y="143636"/>
                  </a:lnTo>
                  <a:lnTo>
                    <a:pt x="2038096" y="151383"/>
                  </a:lnTo>
                  <a:lnTo>
                    <a:pt x="2038096" y="170560"/>
                  </a:lnTo>
                  <a:lnTo>
                    <a:pt x="2045842" y="178307"/>
                  </a:lnTo>
                  <a:lnTo>
                    <a:pt x="2065147" y="178307"/>
                  </a:lnTo>
                  <a:lnTo>
                    <a:pt x="2072894" y="170560"/>
                  </a:lnTo>
                  <a:lnTo>
                    <a:pt x="2072894" y="151383"/>
                  </a:lnTo>
                  <a:lnTo>
                    <a:pt x="2065147" y="143636"/>
                  </a:lnTo>
                  <a:close/>
                </a:path>
                <a:path w="6172200" h="1781175">
                  <a:moveTo>
                    <a:pt x="781812" y="143636"/>
                  </a:moveTo>
                  <a:lnTo>
                    <a:pt x="762635" y="143636"/>
                  </a:lnTo>
                  <a:lnTo>
                    <a:pt x="754888" y="151383"/>
                  </a:lnTo>
                  <a:lnTo>
                    <a:pt x="754888" y="170560"/>
                  </a:lnTo>
                  <a:lnTo>
                    <a:pt x="762635" y="178307"/>
                  </a:lnTo>
                  <a:lnTo>
                    <a:pt x="781812" y="178307"/>
                  </a:lnTo>
                  <a:lnTo>
                    <a:pt x="789686" y="170560"/>
                  </a:lnTo>
                  <a:lnTo>
                    <a:pt x="789686" y="151383"/>
                  </a:lnTo>
                  <a:lnTo>
                    <a:pt x="781812" y="143636"/>
                  </a:lnTo>
                  <a:close/>
                </a:path>
                <a:path w="6172200" h="1781175">
                  <a:moveTo>
                    <a:pt x="363854" y="143636"/>
                  </a:moveTo>
                  <a:lnTo>
                    <a:pt x="344550" y="143636"/>
                  </a:lnTo>
                  <a:lnTo>
                    <a:pt x="336803" y="151383"/>
                  </a:lnTo>
                  <a:lnTo>
                    <a:pt x="336803" y="170560"/>
                  </a:lnTo>
                  <a:lnTo>
                    <a:pt x="344550" y="178307"/>
                  </a:lnTo>
                  <a:lnTo>
                    <a:pt x="363854" y="178307"/>
                  </a:lnTo>
                  <a:lnTo>
                    <a:pt x="371601" y="170560"/>
                  </a:lnTo>
                  <a:lnTo>
                    <a:pt x="371601" y="151383"/>
                  </a:lnTo>
                  <a:lnTo>
                    <a:pt x="363854" y="143636"/>
                  </a:lnTo>
                  <a:close/>
                </a:path>
                <a:path w="6172200" h="1781175">
                  <a:moveTo>
                    <a:pt x="4608322" y="137795"/>
                  </a:moveTo>
                  <a:lnTo>
                    <a:pt x="4589018" y="137795"/>
                  </a:lnTo>
                  <a:lnTo>
                    <a:pt x="4581271" y="145669"/>
                  </a:lnTo>
                  <a:lnTo>
                    <a:pt x="4581271" y="164719"/>
                  </a:lnTo>
                  <a:lnTo>
                    <a:pt x="4589018" y="172593"/>
                  </a:lnTo>
                  <a:lnTo>
                    <a:pt x="4608322" y="172593"/>
                  </a:lnTo>
                  <a:lnTo>
                    <a:pt x="4616069" y="164719"/>
                  </a:lnTo>
                  <a:lnTo>
                    <a:pt x="4616069" y="145669"/>
                  </a:lnTo>
                  <a:lnTo>
                    <a:pt x="4608322" y="137795"/>
                  </a:lnTo>
                  <a:close/>
                </a:path>
                <a:path w="6172200" h="1781175">
                  <a:moveTo>
                    <a:pt x="3127629" y="137795"/>
                  </a:moveTo>
                  <a:lnTo>
                    <a:pt x="3108452" y="137795"/>
                  </a:lnTo>
                  <a:lnTo>
                    <a:pt x="3100578" y="145669"/>
                  </a:lnTo>
                  <a:lnTo>
                    <a:pt x="3100578" y="164719"/>
                  </a:lnTo>
                  <a:lnTo>
                    <a:pt x="3108452" y="172593"/>
                  </a:lnTo>
                  <a:lnTo>
                    <a:pt x="3127629" y="172593"/>
                  </a:lnTo>
                  <a:lnTo>
                    <a:pt x="3135503" y="164719"/>
                  </a:lnTo>
                  <a:lnTo>
                    <a:pt x="3135503" y="145669"/>
                  </a:lnTo>
                  <a:lnTo>
                    <a:pt x="3127629" y="137795"/>
                  </a:lnTo>
                  <a:close/>
                </a:path>
                <a:path w="6172200" h="1781175">
                  <a:moveTo>
                    <a:pt x="4103116" y="126238"/>
                  </a:moveTo>
                  <a:lnTo>
                    <a:pt x="4083939" y="126238"/>
                  </a:lnTo>
                  <a:lnTo>
                    <a:pt x="4076065" y="133984"/>
                  </a:lnTo>
                  <a:lnTo>
                    <a:pt x="4076065" y="153161"/>
                  </a:lnTo>
                  <a:lnTo>
                    <a:pt x="4083939" y="161035"/>
                  </a:lnTo>
                  <a:lnTo>
                    <a:pt x="4103116" y="161035"/>
                  </a:lnTo>
                  <a:lnTo>
                    <a:pt x="4110990" y="153161"/>
                  </a:lnTo>
                  <a:lnTo>
                    <a:pt x="4110990" y="133984"/>
                  </a:lnTo>
                  <a:lnTo>
                    <a:pt x="4103116" y="126238"/>
                  </a:lnTo>
                  <a:close/>
                </a:path>
                <a:path w="6172200" h="1781175">
                  <a:moveTo>
                    <a:pt x="1031494" y="126238"/>
                  </a:moveTo>
                  <a:lnTo>
                    <a:pt x="1012316" y="126238"/>
                  </a:lnTo>
                  <a:lnTo>
                    <a:pt x="1004442" y="133984"/>
                  </a:lnTo>
                  <a:lnTo>
                    <a:pt x="1004442" y="153161"/>
                  </a:lnTo>
                  <a:lnTo>
                    <a:pt x="1012316" y="161035"/>
                  </a:lnTo>
                  <a:lnTo>
                    <a:pt x="1031494" y="161035"/>
                  </a:lnTo>
                  <a:lnTo>
                    <a:pt x="1039367" y="153161"/>
                  </a:lnTo>
                  <a:lnTo>
                    <a:pt x="1039367" y="133984"/>
                  </a:lnTo>
                  <a:lnTo>
                    <a:pt x="1031494" y="126238"/>
                  </a:lnTo>
                  <a:close/>
                </a:path>
                <a:path w="6172200" h="1781175">
                  <a:moveTo>
                    <a:pt x="4393438" y="114680"/>
                  </a:moveTo>
                  <a:lnTo>
                    <a:pt x="4374260" y="114680"/>
                  </a:lnTo>
                  <a:lnTo>
                    <a:pt x="4366386" y="122427"/>
                  </a:lnTo>
                  <a:lnTo>
                    <a:pt x="4366386" y="141604"/>
                  </a:lnTo>
                  <a:lnTo>
                    <a:pt x="4374260" y="149351"/>
                  </a:lnTo>
                  <a:lnTo>
                    <a:pt x="4393438" y="149351"/>
                  </a:lnTo>
                  <a:lnTo>
                    <a:pt x="4401184" y="141604"/>
                  </a:lnTo>
                  <a:lnTo>
                    <a:pt x="4401184" y="122427"/>
                  </a:lnTo>
                  <a:lnTo>
                    <a:pt x="4393438" y="114680"/>
                  </a:lnTo>
                  <a:close/>
                </a:path>
                <a:path w="6172200" h="1781175">
                  <a:moveTo>
                    <a:pt x="4225035" y="114680"/>
                  </a:moveTo>
                  <a:lnTo>
                    <a:pt x="4205858" y="114680"/>
                  </a:lnTo>
                  <a:lnTo>
                    <a:pt x="4197984" y="122427"/>
                  </a:lnTo>
                  <a:lnTo>
                    <a:pt x="4197984" y="141604"/>
                  </a:lnTo>
                  <a:lnTo>
                    <a:pt x="4205858" y="149351"/>
                  </a:lnTo>
                  <a:lnTo>
                    <a:pt x="4225035" y="149351"/>
                  </a:lnTo>
                  <a:lnTo>
                    <a:pt x="4232909" y="141604"/>
                  </a:lnTo>
                  <a:lnTo>
                    <a:pt x="4232909" y="122427"/>
                  </a:lnTo>
                  <a:lnTo>
                    <a:pt x="4225035" y="114680"/>
                  </a:lnTo>
                  <a:close/>
                </a:path>
                <a:path w="6172200" h="1781175">
                  <a:moveTo>
                    <a:pt x="5827649" y="108839"/>
                  </a:moveTo>
                  <a:lnTo>
                    <a:pt x="5808345" y="108839"/>
                  </a:lnTo>
                  <a:lnTo>
                    <a:pt x="5800598" y="116713"/>
                  </a:lnTo>
                  <a:lnTo>
                    <a:pt x="5800598" y="135890"/>
                  </a:lnTo>
                  <a:lnTo>
                    <a:pt x="5808345" y="143636"/>
                  </a:lnTo>
                  <a:lnTo>
                    <a:pt x="5827649" y="143636"/>
                  </a:lnTo>
                  <a:lnTo>
                    <a:pt x="5835396" y="135890"/>
                  </a:lnTo>
                  <a:lnTo>
                    <a:pt x="5835396" y="116713"/>
                  </a:lnTo>
                  <a:lnTo>
                    <a:pt x="5827649" y="108839"/>
                  </a:lnTo>
                  <a:close/>
                </a:path>
                <a:path w="6172200" h="1781175">
                  <a:moveTo>
                    <a:pt x="5043805" y="108839"/>
                  </a:moveTo>
                  <a:lnTo>
                    <a:pt x="5024501" y="108839"/>
                  </a:lnTo>
                  <a:lnTo>
                    <a:pt x="5016754" y="116713"/>
                  </a:lnTo>
                  <a:lnTo>
                    <a:pt x="5016754" y="135890"/>
                  </a:lnTo>
                  <a:lnTo>
                    <a:pt x="5024501" y="143636"/>
                  </a:lnTo>
                  <a:lnTo>
                    <a:pt x="5043805" y="143636"/>
                  </a:lnTo>
                  <a:lnTo>
                    <a:pt x="5051552" y="135890"/>
                  </a:lnTo>
                  <a:lnTo>
                    <a:pt x="5051552" y="116713"/>
                  </a:lnTo>
                  <a:lnTo>
                    <a:pt x="5043805" y="108839"/>
                  </a:lnTo>
                  <a:close/>
                </a:path>
                <a:path w="6172200" h="1781175">
                  <a:moveTo>
                    <a:pt x="2779267" y="108839"/>
                  </a:moveTo>
                  <a:lnTo>
                    <a:pt x="2760091" y="108839"/>
                  </a:lnTo>
                  <a:lnTo>
                    <a:pt x="2752216" y="116713"/>
                  </a:lnTo>
                  <a:lnTo>
                    <a:pt x="2752216" y="135890"/>
                  </a:lnTo>
                  <a:lnTo>
                    <a:pt x="2760091" y="143636"/>
                  </a:lnTo>
                  <a:lnTo>
                    <a:pt x="2779267" y="143636"/>
                  </a:lnTo>
                  <a:lnTo>
                    <a:pt x="2787015" y="135890"/>
                  </a:lnTo>
                  <a:lnTo>
                    <a:pt x="2787015" y="116713"/>
                  </a:lnTo>
                  <a:lnTo>
                    <a:pt x="2779267" y="108839"/>
                  </a:lnTo>
                  <a:close/>
                </a:path>
                <a:path w="6172200" h="1781175">
                  <a:moveTo>
                    <a:pt x="2668904" y="108839"/>
                  </a:moveTo>
                  <a:lnTo>
                    <a:pt x="2649728" y="108839"/>
                  </a:lnTo>
                  <a:lnTo>
                    <a:pt x="2641854" y="116713"/>
                  </a:lnTo>
                  <a:lnTo>
                    <a:pt x="2641854" y="135890"/>
                  </a:lnTo>
                  <a:lnTo>
                    <a:pt x="2649728" y="143636"/>
                  </a:lnTo>
                  <a:lnTo>
                    <a:pt x="2668904" y="143636"/>
                  </a:lnTo>
                  <a:lnTo>
                    <a:pt x="2676779" y="135890"/>
                  </a:lnTo>
                  <a:lnTo>
                    <a:pt x="2676779" y="116713"/>
                  </a:lnTo>
                  <a:lnTo>
                    <a:pt x="2668904" y="108839"/>
                  </a:lnTo>
                  <a:close/>
                </a:path>
                <a:path w="6172200" h="1781175">
                  <a:moveTo>
                    <a:pt x="5612765" y="103124"/>
                  </a:moveTo>
                  <a:lnTo>
                    <a:pt x="5593588" y="103124"/>
                  </a:lnTo>
                  <a:lnTo>
                    <a:pt x="5585714" y="110871"/>
                  </a:lnTo>
                  <a:lnTo>
                    <a:pt x="5585714" y="130048"/>
                  </a:lnTo>
                  <a:lnTo>
                    <a:pt x="5593588" y="137795"/>
                  </a:lnTo>
                  <a:lnTo>
                    <a:pt x="5612765" y="137795"/>
                  </a:lnTo>
                  <a:lnTo>
                    <a:pt x="5620639" y="130048"/>
                  </a:lnTo>
                  <a:lnTo>
                    <a:pt x="5620639" y="110871"/>
                  </a:lnTo>
                  <a:lnTo>
                    <a:pt x="5612765" y="103124"/>
                  </a:lnTo>
                  <a:close/>
                </a:path>
                <a:path w="6172200" h="1781175">
                  <a:moveTo>
                    <a:pt x="3928999" y="103124"/>
                  </a:moveTo>
                  <a:lnTo>
                    <a:pt x="3909695" y="103124"/>
                  </a:lnTo>
                  <a:lnTo>
                    <a:pt x="3901948" y="110871"/>
                  </a:lnTo>
                  <a:lnTo>
                    <a:pt x="3901948" y="130048"/>
                  </a:lnTo>
                  <a:lnTo>
                    <a:pt x="3909695" y="137795"/>
                  </a:lnTo>
                  <a:lnTo>
                    <a:pt x="3928999" y="137795"/>
                  </a:lnTo>
                  <a:lnTo>
                    <a:pt x="3936746" y="130048"/>
                  </a:lnTo>
                  <a:lnTo>
                    <a:pt x="3936746" y="110871"/>
                  </a:lnTo>
                  <a:lnTo>
                    <a:pt x="3928999" y="103124"/>
                  </a:lnTo>
                  <a:close/>
                </a:path>
                <a:path w="6172200" h="1781175">
                  <a:moveTo>
                    <a:pt x="3795395" y="103124"/>
                  </a:moveTo>
                  <a:lnTo>
                    <a:pt x="3776091" y="103124"/>
                  </a:lnTo>
                  <a:lnTo>
                    <a:pt x="3768344" y="110871"/>
                  </a:lnTo>
                  <a:lnTo>
                    <a:pt x="3768344" y="130048"/>
                  </a:lnTo>
                  <a:lnTo>
                    <a:pt x="3776091" y="137795"/>
                  </a:lnTo>
                  <a:lnTo>
                    <a:pt x="3795395" y="137795"/>
                  </a:lnTo>
                  <a:lnTo>
                    <a:pt x="3803142" y="130048"/>
                  </a:lnTo>
                  <a:lnTo>
                    <a:pt x="3803142" y="110871"/>
                  </a:lnTo>
                  <a:lnTo>
                    <a:pt x="3795395" y="103124"/>
                  </a:lnTo>
                  <a:close/>
                </a:path>
                <a:path w="6172200" h="1781175">
                  <a:moveTo>
                    <a:pt x="3243833" y="103124"/>
                  </a:moveTo>
                  <a:lnTo>
                    <a:pt x="3224529" y="103124"/>
                  </a:lnTo>
                  <a:lnTo>
                    <a:pt x="3216782" y="110871"/>
                  </a:lnTo>
                  <a:lnTo>
                    <a:pt x="3216782" y="130048"/>
                  </a:lnTo>
                  <a:lnTo>
                    <a:pt x="3224529" y="137795"/>
                  </a:lnTo>
                  <a:lnTo>
                    <a:pt x="3243833" y="137795"/>
                  </a:lnTo>
                  <a:lnTo>
                    <a:pt x="3251580" y="130048"/>
                  </a:lnTo>
                  <a:lnTo>
                    <a:pt x="3251580" y="110871"/>
                  </a:lnTo>
                  <a:lnTo>
                    <a:pt x="3243833" y="103124"/>
                  </a:lnTo>
                  <a:close/>
                </a:path>
                <a:path w="6172200" h="1781175">
                  <a:moveTo>
                    <a:pt x="1966340" y="103124"/>
                  </a:moveTo>
                  <a:lnTo>
                    <a:pt x="1947164" y="103124"/>
                  </a:lnTo>
                  <a:lnTo>
                    <a:pt x="1939289" y="110871"/>
                  </a:lnTo>
                  <a:lnTo>
                    <a:pt x="1939289" y="130048"/>
                  </a:lnTo>
                  <a:lnTo>
                    <a:pt x="1947164" y="137795"/>
                  </a:lnTo>
                  <a:lnTo>
                    <a:pt x="1966340" y="137795"/>
                  </a:lnTo>
                  <a:lnTo>
                    <a:pt x="1974214" y="130048"/>
                  </a:lnTo>
                  <a:lnTo>
                    <a:pt x="1974214" y="110871"/>
                  </a:lnTo>
                  <a:lnTo>
                    <a:pt x="1966340" y="103124"/>
                  </a:lnTo>
                  <a:close/>
                </a:path>
                <a:path w="6172200" h="1781175">
                  <a:moveTo>
                    <a:pt x="241935" y="103124"/>
                  </a:moveTo>
                  <a:lnTo>
                    <a:pt x="222630" y="103124"/>
                  </a:lnTo>
                  <a:lnTo>
                    <a:pt x="214884" y="110871"/>
                  </a:lnTo>
                  <a:lnTo>
                    <a:pt x="214884" y="130048"/>
                  </a:lnTo>
                  <a:lnTo>
                    <a:pt x="222630" y="137795"/>
                  </a:lnTo>
                  <a:lnTo>
                    <a:pt x="241935" y="137795"/>
                  </a:lnTo>
                  <a:lnTo>
                    <a:pt x="249682" y="130048"/>
                  </a:lnTo>
                  <a:lnTo>
                    <a:pt x="249682" y="110871"/>
                  </a:lnTo>
                  <a:lnTo>
                    <a:pt x="241935" y="103124"/>
                  </a:lnTo>
                  <a:close/>
                </a:path>
                <a:path w="6172200" h="1781175">
                  <a:moveTo>
                    <a:pt x="3644392" y="97281"/>
                  </a:moveTo>
                  <a:lnTo>
                    <a:pt x="3625215" y="97281"/>
                  </a:lnTo>
                  <a:lnTo>
                    <a:pt x="3617341" y="105155"/>
                  </a:lnTo>
                  <a:lnTo>
                    <a:pt x="3617341" y="124332"/>
                  </a:lnTo>
                  <a:lnTo>
                    <a:pt x="3625215" y="132079"/>
                  </a:lnTo>
                  <a:lnTo>
                    <a:pt x="3644392" y="132079"/>
                  </a:lnTo>
                  <a:lnTo>
                    <a:pt x="3652266" y="124332"/>
                  </a:lnTo>
                  <a:lnTo>
                    <a:pt x="3652266" y="105155"/>
                  </a:lnTo>
                  <a:lnTo>
                    <a:pt x="3644392" y="97281"/>
                  </a:lnTo>
                  <a:close/>
                </a:path>
                <a:path w="6172200" h="1781175">
                  <a:moveTo>
                    <a:pt x="1658620" y="97281"/>
                  </a:moveTo>
                  <a:lnTo>
                    <a:pt x="1639442" y="97281"/>
                  </a:lnTo>
                  <a:lnTo>
                    <a:pt x="1631569" y="105155"/>
                  </a:lnTo>
                  <a:lnTo>
                    <a:pt x="1631569" y="124332"/>
                  </a:lnTo>
                  <a:lnTo>
                    <a:pt x="1639442" y="132079"/>
                  </a:lnTo>
                  <a:lnTo>
                    <a:pt x="1658620" y="132079"/>
                  </a:lnTo>
                  <a:lnTo>
                    <a:pt x="1666494" y="124332"/>
                  </a:lnTo>
                  <a:lnTo>
                    <a:pt x="1666494" y="105155"/>
                  </a:lnTo>
                  <a:lnTo>
                    <a:pt x="1658620" y="97281"/>
                  </a:lnTo>
                  <a:close/>
                </a:path>
                <a:path w="6172200" h="1781175">
                  <a:moveTo>
                    <a:pt x="1530858" y="97281"/>
                  </a:moveTo>
                  <a:lnTo>
                    <a:pt x="1511680" y="97281"/>
                  </a:lnTo>
                  <a:lnTo>
                    <a:pt x="1503807" y="105155"/>
                  </a:lnTo>
                  <a:lnTo>
                    <a:pt x="1503807" y="124332"/>
                  </a:lnTo>
                  <a:lnTo>
                    <a:pt x="1511680" y="132079"/>
                  </a:lnTo>
                  <a:lnTo>
                    <a:pt x="1530858" y="132079"/>
                  </a:lnTo>
                  <a:lnTo>
                    <a:pt x="1538732" y="124332"/>
                  </a:lnTo>
                  <a:lnTo>
                    <a:pt x="1538732" y="105155"/>
                  </a:lnTo>
                  <a:lnTo>
                    <a:pt x="1530858" y="97281"/>
                  </a:lnTo>
                  <a:close/>
                </a:path>
                <a:path w="6172200" h="1781175">
                  <a:moveTo>
                    <a:pt x="5432806" y="85725"/>
                  </a:moveTo>
                  <a:lnTo>
                    <a:pt x="5413502" y="85725"/>
                  </a:lnTo>
                  <a:lnTo>
                    <a:pt x="5405755" y="93472"/>
                  </a:lnTo>
                  <a:lnTo>
                    <a:pt x="5405755" y="112649"/>
                  </a:lnTo>
                  <a:lnTo>
                    <a:pt x="5413502" y="120523"/>
                  </a:lnTo>
                  <a:lnTo>
                    <a:pt x="5432806" y="120523"/>
                  </a:lnTo>
                  <a:lnTo>
                    <a:pt x="5440553" y="112649"/>
                  </a:lnTo>
                  <a:lnTo>
                    <a:pt x="5440553" y="93472"/>
                  </a:lnTo>
                  <a:lnTo>
                    <a:pt x="5432806" y="85725"/>
                  </a:lnTo>
                  <a:close/>
                </a:path>
                <a:path w="6172200" h="1781175">
                  <a:moveTo>
                    <a:pt x="5247005" y="85725"/>
                  </a:moveTo>
                  <a:lnTo>
                    <a:pt x="5227701" y="85725"/>
                  </a:lnTo>
                  <a:lnTo>
                    <a:pt x="5219954" y="93472"/>
                  </a:lnTo>
                  <a:lnTo>
                    <a:pt x="5219954" y="112649"/>
                  </a:lnTo>
                  <a:lnTo>
                    <a:pt x="5227701" y="120523"/>
                  </a:lnTo>
                  <a:lnTo>
                    <a:pt x="5247005" y="120523"/>
                  </a:lnTo>
                  <a:lnTo>
                    <a:pt x="5254752" y="112649"/>
                  </a:lnTo>
                  <a:lnTo>
                    <a:pt x="5254752" y="93472"/>
                  </a:lnTo>
                  <a:lnTo>
                    <a:pt x="5247005" y="85725"/>
                  </a:lnTo>
                  <a:close/>
                </a:path>
                <a:path w="6172200" h="1781175">
                  <a:moveTo>
                    <a:pt x="2901188" y="85725"/>
                  </a:moveTo>
                  <a:lnTo>
                    <a:pt x="2882011" y="85725"/>
                  </a:lnTo>
                  <a:lnTo>
                    <a:pt x="2874137" y="93472"/>
                  </a:lnTo>
                  <a:lnTo>
                    <a:pt x="2874137" y="112649"/>
                  </a:lnTo>
                  <a:lnTo>
                    <a:pt x="2882011" y="120523"/>
                  </a:lnTo>
                  <a:lnTo>
                    <a:pt x="2901188" y="120523"/>
                  </a:lnTo>
                  <a:lnTo>
                    <a:pt x="2909062" y="112649"/>
                  </a:lnTo>
                  <a:lnTo>
                    <a:pt x="2909062" y="93472"/>
                  </a:lnTo>
                  <a:lnTo>
                    <a:pt x="2901188" y="85725"/>
                  </a:lnTo>
                  <a:close/>
                </a:path>
                <a:path w="6172200" h="1781175">
                  <a:moveTo>
                    <a:pt x="6164453" y="80009"/>
                  </a:moveTo>
                  <a:lnTo>
                    <a:pt x="6145149" y="80009"/>
                  </a:lnTo>
                  <a:lnTo>
                    <a:pt x="6137402" y="87756"/>
                  </a:lnTo>
                  <a:lnTo>
                    <a:pt x="6137402" y="106933"/>
                  </a:lnTo>
                  <a:lnTo>
                    <a:pt x="6145149" y="114680"/>
                  </a:lnTo>
                  <a:lnTo>
                    <a:pt x="6164453" y="114680"/>
                  </a:lnTo>
                  <a:lnTo>
                    <a:pt x="6172200" y="106933"/>
                  </a:lnTo>
                  <a:lnTo>
                    <a:pt x="6172200" y="87756"/>
                  </a:lnTo>
                  <a:lnTo>
                    <a:pt x="6164453" y="80009"/>
                  </a:lnTo>
                  <a:close/>
                </a:path>
                <a:path w="6172200" h="1781175">
                  <a:moveTo>
                    <a:pt x="6042406" y="80009"/>
                  </a:moveTo>
                  <a:lnTo>
                    <a:pt x="6023229" y="80009"/>
                  </a:lnTo>
                  <a:lnTo>
                    <a:pt x="6015482" y="87756"/>
                  </a:lnTo>
                  <a:lnTo>
                    <a:pt x="6015482" y="106933"/>
                  </a:lnTo>
                  <a:lnTo>
                    <a:pt x="6023229" y="114680"/>
                  </a:lnTo>
                  <a:lnTo>
                    <a:pt x="6042406" y="114680"/>
                  </a:lnTo>
                  <a:lnTo>
                    <a:pt x="6050280" y="106933"/>
                  </a:lnTo>
                  <a:lnTo>
                    <a:pt x="6050280" y="87756"/>
                  </a:lnTo>
                  <a:lnTo>
                    <a:pt x="6042406" y="80009"/>
                  </a:lnTo>
                  <a:close/>
                </a:path>
                <a:path w="6172200" h="1781175">
                  <a:moveTo>
                    <a:pt x="4730242" y="80009"/>
                  </a:moveTo>
                  <a:lnTo>
                    <a:pt x="4710938" y="80009"/>
                  </a:lnTo>
                  <a:lnTo>
                    <a:pt x="4703191" y="87756"/>
                  </a:lnTo>
                  <a:lnTo>
                    <a:pt x="4703191" y="106933"/>
                  </a:lnTo>
                  <a:lnTo>
                    <a:pt x="4710938" y="114680"/>
                  </a:lnTo>
                  <a:lnTo>
                    <a:pt x="4730242" y="114680"/>
                  </a:lnTo>
                  <a:lnTo>
                    <a:pt x="4737989" y="106933"/>
                  </a:lnTo>
                  <a:lnTo>
                    <a:pt x="4737989" y="87756"/>
                  </a:lnTo>
                  <a:lnTo>
                    <a:pt x="4730242" y="80009"/>
                  </a:lnTo>
                  <a:close/>
                </a:path>
                <a:path w="6172200" h="1781175">
                  <a:moveTo>
                    <a:pt x="3023108" y="80009"/>
                  </a:moveTo>
                  <a:lnTo>
                    <a:pt x="3003930" y="80009"/>
                  </a:lnTo>
                  <a:lnTo>
                    <a:pt x="2996057" y="87756"/>
                  </a:lnTo>
                  <a:lnTo>
                    <a:pt x="2996057" y="106933"/>
                  </a:lnTo>
                  <a:lnTo>
                    <a:pt x="3003930" y="114680"/>
                  </a:lnTo>
                  <a:lnTo>
                    <a:pt x="3023108" y="114680"/>
                  </a:lnTo>
                  <a:lnTo>
                    <a:pt x="3030981" y="106933"/>
                  </a:lnTo>
                  <a:lnTo>
                    <a:pt x="3030981" y="87756"/>
                  </a:lnTo>
                  <a:lnTo>
                    <a:pt x="3023108" y="80009"/>
                  </a:lnTo>
                  <a:close/>
                </a:path>
                <a:path w="6172200" h="1781175">
                  <a:moveTo>
                    <a:pt x="2541270" y="80009"/>
                  </a:moveTo>
                  <a:lnTo>
                    <a:pt x="2521966" y="80009"/>
                  </a:lnTo>
                  <a:lnTo>
                    <a:pt x="2514219" y="87756"/>
                  </a:lnTo>
                  <a:lnTo>
                    <a:pt x="2514219" y="106933"/>
                  </a:lnTo>
                  <a:lnTo>
                    <a:pt x="2521966" y="114680"/>
                  </a:lnTo>
                  <a:lnTo>
                    <a:pt x="2541270" y="114680"/>
                  </a:lnTo>
                  <a:lnTo>
                    <a:pt x="2549016" y="106933"/>
                  </a:lnTo>
                  <a:lnTo>
                    <a:pt x="2549016" y="87756"/>
                  </a:lnTo>
                  <a:lnTo>
                    <a:pt x="2541270" y="80009"/>
                  </a:lnTo>
                  <a:close/>
                </a:path>
                <a:path w="6172200" h="1781175">
                  <a:moveTo>
                    <a:pt x="1257935" y="80009"/>
                  </a:moveTo>
                  <a:lnTo>
                    <a:pt x="1238758" y="80009"/>
                  </a:lnTo>
                  <a:lnTo>
                    <a:pt x="1231011" y="87756"/>
                  </a:lnTo>
                  <a:lnTo>
                    <a:pt x="1231011" y="106933"/>
                  </a:lnTo>
                  <a:lnTo>
                    <a:pt x="1238758" y="114680"/>
                  </a:lnTo>
                  <a:lnTo>
                    <a:pt x="1257935" y="114680"/>
                  </a:lnTo>
                  <a:lnTo>
                    <a:pt x="1265809" y="106933"/>
                  </a:lnTo>
                  <a:lnTo>
                    <a:pt x="1265809" y="87756"/>
                  </a:lnTo>
                  <a:lnTo>
                    <a:pt x="1257935" y="80009"/>
                  </a:lnTo>
                  <a:close/>
                </a:path>
                <a:path w="6172200" h="1781175">
                  <a:moveTo>
                    <a:pt x="688975" y="80009"/>
                  </a:moveTo>
                  <a:lnTo>
                    <a:pt x="669671" y="80009"/>
                  </a:lnTo>
                  <a:lnTo>
                    <a:pt x="661924" y="87756"/>
                  </a:lnTo>
                  <a:lnTo>
                    <a:pt x="661924" y="106933"/>
                  </a:lnTo>
                  <a:lnTo>
                    <a:pt x="669671" y="114680"/>
                  </a:lnTo>
                  <a:lnTo>
                    <a:pt x="688975" y="114680"/>
                  </a:lnTo>
                  <a:lnTo>
                    <a:pt x="696722" y="106933"/>
                  </a:lnTo>
                  <a:lnTo>
                    <a:pt x="696722" y="87756"/>
                  </a:lnTo>
                  <a:lnTo>
                    <a:pt x="688975" y="80009"/>
                  </a:lnTo>
                  <a:close/>
                </a:path>
                <a:path w="6172200" h="1781175">
                  <a:moveTo>
                    <a:pt x="2250948" y="62610"/>
                  </a:moveTo>
                  <a:lnTo>
                    <a:pt x="2231644" y="62610"/>
                  </a:lnTo>
                  <a:lnTo>
                    <a:pt x="2223897" y="70357"/>
                  </a:lnTo>
                  <a:lnTo>
                    <a:pt x="2223897" y="89534"/>
                  </a:lnTo>
                  <a:lnTo>
                    <a:pt x="2231644" y="97281"/>
                  </a:lnTo>
                  <a:lnTo>
                    <a:pt x="2250948" y="97281"/>
                  </a:lnTo>
                  <a:lnTo>
                    <a:pt x="2258695" y="89534"/>
                  </a:lnTo>
                  <a:lnTo>
                    <a:pt x="2258695" y="70357"/>
                  </a:lnTo>
                  <a:lnTo>
                    <a:pt x="2250948" y="62610"/>
                  </a:lnTo>
                  <a:close/>
                </a:path>
                <a:path w="6172200" h="1781175">
                  <a:moveTo>
                    <a:pt x="555371" y="62610"/>
                  </a:moveTo>
                  <a:lnTo>
                    <a:pt x="536194" y="62610"/>
                  </a:lnTo>
                  <a:lnTo>
                    <a:pt x="528320" y="70357"/>
                  </a:lnTo>
                  <a:lnTo>
                    <a:pt x="528320" y="89534"/>
                  </a:lnTo>
                  <a:lnTo>
                    <a:pt x="536194" y="97281"/>
                  </a:lnTo>
                  <a:lnTo>
                    <a:pt x="555371" y="97281"/>
                  </a:lnTo>
                  <a:lnTo>
                    <a:pt x="563245" y="89534"/>
                  </a:lnTo>
                  <a:lnTo>
                    <a:pt x="563245" y="70357"/>
                  </a:lnTo>
                  <a:lnTo>
                    <a:pt x="555371" y="62610"/>
                  </a:lnTo>
                  <a:close/>
                </a:path>
                <a:path w="6172200" h="1781175">
                  <a:moveTo>
                    <a:pt x="27050" y="62610"/>
                  </a:moveTo>
                  <a:lnTo>
                    <a:pt x="7747" y="62610"/>
                  </a:lnTo>
                  <a:lnTo>
                    <a:pt x="0" y="70357"/>
                  </a:lnTo>
                  <a:lnTo>
                    <a:pt x="0" y="89534"/>
                  </a:lnTo>
                  <a:lnTo>
                    <a:pt x="7747" y="97281"/>
                  </a:lnTo>
                  <a:lnTo>
                    <a:pt x="27050" y="97281"/>
                  </a:lnTo>
                  <a:lnTo>
                    <a:pt x="34798" y="89534"/>
                  </a:lnTo>
                  <a:lnTo>
                    <a:pt x="34798" y="70357"/>
                  </a:lnTo>
                  <a:lnTo>
                    <a:pt x="27050" y="62610"/>
                  </a:lnTo>
                  <a:close/>
                </a:path>
                <a:path w="6172200" h="1781175">
                  <a:moveTo>
                    <a:pt x="4892802" y="56769"/>
                  </a:moveTo>
                  <a:lnTo>
                    <a:pt x="4873498" y="56769"/>
                  </a:lnTo>
                  <a:lnTo>
                    <a:pt x="4865751" y="64643"/>
                  </a:lnTo>
                  <a:lnTo>
                    <a:pt x="4865751" y="83820"/>
                  </a:lnTo>
                  <a:lnTo>
                    <a:pt x="4873498" y="91567"/>
                  </a:lnTo>
                  <a:lnTo>
                    <a:pt x="4892802" y="91567"/>
                  </a:lnTo>
                  <a:lnTo>
                    <a:pt x="4900549" y="83820"/>
                  </a:lnTo>
                  <a:lnTo>
                    <a:pt x="4900549" y="64643"/>
                  </a:lnTo>
                  <a:lnTo>
                    <a:pt x="4892802" y="56769"/>
                  </a:lnTo>
                  <a:close/>
                </a:path>
                <a:path w="6172200" h="1781175">
                  <a:moveTo>
                    <a:pt x="3383153" y="56769"/>
                  </a:moveTo>
                  <a:lnTo>
                    <a:pt x="3363849" y="56769"/>
                  </a:lnTo>
                  <a:lnTo>
                    <a:pt x="3356102" y="64643"/>
                  </a:lnTo>
                  <a:lnTo>
                    <a:pt x="3356102" y="83820"/>
                  </a:lnTo>
                  <a:lnTo>
                    <a:pt x="3363849" y="91567"/>
                  </a:lnTo>
                  <a:lnTo>
                    <a:pt x="3383153" y="91567"/>
                  </a:lnTo>
                  <a:lnTo>
                    <a:pt x="3390900" y="83820"/>
                  </a:lnTo>
                  <a:lnTo>
                    <a:pt x="3390900" y="64643"/>
                  </a:lnTo>
                  <a:lnTo>
                    <a:pt x="3383153" y="56769"/>
                  </a:lnTo>
                  <a:close/>
                </a:path>
                <a:path w="6172200" h="1781175">
                  <a:moveTo>
                    <a:pt x="1408938" y="56769"/>
                  </a:moveTo>
                  <a:lnTo>
                    <a:pt x="1389761" y="56769"/>
                  </a:lnTo>
                  <a:lnTo>
                    <a:pt x="1381887" y="64643"/>
                  </a:lnTo>
                  <a:lnTo>
                    <a:pt x="1381887" y="83820"/>
                  </a:lnTo>
                  <a:lnTo>
                    <a:pt x="1389761" y="91567"/>
                  </a:lnTo>
                  <a:lnTo>
                    <a:pt x="1408938" y="91567"/>
                  </a:lnTo>
                  <a:lnTo>
                    <a:pt x="1416812" y="83820"/>
                  </a:lnTo>
                  <a:lnTo>
                    <a:pt x="1416812" y="64643"/>
                  </a:lnTo>
                  <a:lnTo>
                    <a:pt x="1408938" y="56769"/>
                  </a:lnTo>
                  <a:close/>
                </a:path>
                <a:path w="6172200" h="1781175">
                  <a:moveTo>
                    <a:pt x="2128901" y="45211"/>
                  </a:moveTo>
                  <a:lnTo>
                    <a:pt x="2109724" y="45211"/>
                  </a:lnTo>
                  <a:lnTo>
                    <a:pt x="2101977" y="53085"/>
                  </a:lnTo>
                  <a:lnTo>
                    <a:pt x="2101977" y="72135"/>
                  </a:lnTo>
                  <a:lnTo>
                    <a:pt x="2109724" y="80009"/>
                  </a:lnTo>
                  <a:lnTo>
                    <a:pt x="2128901" y="80009"/>
                  </a:lnTo>
                  <a:lnTo>
                    <a:pt x="2136775" y="72135"/>
                  </a:lnTo>
                  <a:lnTo>
                    <a:pt x="2136775" y="53085"/>
                  </a:lnTo>
                  <a:lnTo>
                    <a:pt x="2128901" y="45211"/>
                  </a:lnTo>
                  <a:close/>
                </a:path>
                <a:path w="6172200" h="1781175">
                  <a:moveTo>
                    <a:pt x="4294758" y="39497"/>
                  </a:moveTo>
                  <a:lnTo>
                    <a:pt x="4275455" y="39497"/>
                  </a:lnTo>
                  <a:lnTo>
                    <a:pt x="4267708" y="47244"/>
                  </a:lnTo>
                  <a:lnTo>
                    <a:pt x="4267708" y="66421"/>
                  </a:lnTo>
                  <a:lnTo>
                    <a:pt x="4275455" y="74168"/>
                  </a:lnTo>
                  <a:lnTo>
                    <a:pt x="4294758" y="74168"/>
                  </a:lnTo>
                  <a:lnTo>
                    <a:pt x="4302506" y="66421"/>
                  </a:lnTo>
                  <a:lnTo>
                    <a:pt x="4302506" y="47244"/>
                  </a:lnTo>
                  <a:lnTo>
                    <a:pt x="4294758" y="39497"/>
                  </a:lnTo>
                  <a:close/>
                </a:path>
                <a:path w="6172200" h="1781175">
                  <a:moveTo>
                    <a:pt x="3505073" y="39497"/>
                  </a:moveTo>
                  <a:lnTo>
                    <a:pt x="3485769" y="39497"/>
                  </a:lnTo>
                  <a:lnTo>
                    <a:pt x="3478022" y="47244"/>
                  </a:lnTo>
                  <a:lnTo>
                    <a:pt x="3478022" y="66421"/>
                  </a:lnTo>
                  <a:lnTo>
                    <a:pt x="3485769" y="74168"/>
                  </a:lnTo>
                  <a:lnTo>
                    <a:pt x="3505073" y="74168"/>
                  </a:lnTo>
                  <a:lnTo>
                    <a:pt x="3512820" y="66421"/>
                  </a:lnTo>
                  <a:lnTo>
                    <a:pt x="3512820" y="47244"/>
                  </a:lnTo>
                  <a:lnTo>
                    <a:pt x="3505073" y="39497"/>
                  </a:lnTo>
                  <a:close/>
                </a:path>
                <a:path w="6172200" h="1781175">
                  <a:moveTo>
                    <a:pt x="1774825" y="39497"/>
                  </a:moveTo>
                  <a:lnTo>
                    <a:pt x="1755521" y="39497"/>
                  </a:lnTo>
                  <a:lnTo>
                    <a:pt x="1747774" y="47244"/>
                  </a:lnTo>
                  <a:lnTo>
                    <a:pt x="1747774" y="66421"/>
                  </a:lnTo>
                  <a:lnTo>
                    <a:pt x="1755521" y="74168"/>
                  </a:lnTo>
                  <a:lnTo>
                    <a:pt x="1774825" y="74168"/>
                  </a:lnTo>
                  <a:lnTo>
                    <a:pt x="1782572" y="66421"/>
                  </a:lnTo>
                  <a:lnTo>
                    <a:pt x="1782572" y="47244"/>
                  </a:lnTo>
                  <a:lnTo>
                    <a:pt x="1774825" y="39497"/>
                  </a:lnTo>
                  <a:close/>
                </a:path>
                <a:path w="6172200" h="1781175">
                  <a:moveTo>
                    <a:pt x="5752083" y="33654"/>
                  </a:moveTo>
                  <a:lnTo>
                    <a:pt x="5732907" y="33654"/>
                  </a:lnTo>
                  <a:lnTo>
                    <a:pt x="5725159" y="41401"/>
                  </a:lnTo>
                  <a:lnTo>
                    <a:pt x="5725159" y="60578"/>
                  </a:lnTo>
                  <a:lnTo>
                    <a:pt x="5732907" y="68452"/>
                  </a:lnTo>
                  <a:lnTo>
                    <a:pt x="5752083" y="68452"/>
                  </a:lnTo>
                  <a:lnTo>
                    <a:pt x="5759958" y="60578"/>
                  </a:lnTo>
                  <a:lnTo>
                    <a:pt x="5759958" y="41401"/>
                  </a:lnTo>
                  <a:lnTo>
                    <a:pt x="5752083" y="33654"/>
                  </a:lnTo>
                  <a:close/>
                </a:path>
                <a:path w="6172200" h="1781175">
                  <a:moveTo>
                    <a:pt x="5537327" y="33654"/>
                  </a:moveTo>
                  <a:lnTo>
                    <a:pt x="5518023" y="33654"/>
                  </a:lnTo>
                  <a:lnTo>
                    <a:pt x="5510276" y="41401"/>
                  </a:lnTo>
                  <a:lnTo>
                    <a:pt x="5510276" y="60578"/>
                  </a:lnTo>
                  <a:lnTo>
                    <a:pt x="5518023" y="68452"/>
                  </a:lnTo>
                  <a:lnTo>
                    <a:pt x="5537327" y="68452"/>
                  </a:lnTo>
                  <a:lnTo>
                    <a:pt x="5545074" y="60578"/>
                  </a:lnTo>
                  <a:lnTo>
                    <a:pt x="5545074" y="41401"/>
                  </a:lnTo>
                  <a:lnTo>
                    <a:pt x="5537327" y="33654"/>
                  </a:lnTo>
                  <a:close/>
                </a:path>
                <a:path w="6172200" h="1781175">
                  <a:moveTo>
                    <a:pt x="1141857" y="33654"/>
                  </a:moveTo>
                  <a:lnTo>
                    <a:pt x="1122679" y="33654"/>
                  </a:lnTo>
                  <a:lnTo>
                    <a:pt x="1114805" y="41401"/>
                  </a:lnTo>
                  <a:lnTo>
                    <a:pt x="1114805" y="60578"/>
                  </a:lnTo>
                  <a:lnTo>
                    <a:pt x="1122679" y="68452"/>
                  </a:lnTo>
                  <a:lnTo>
                    <a:pt x="1141857" y="68452"/>
                  </a:lnTo>
                  <a:lnTo>
                    <a:pt x="1149603" y="60578"/>
                  </a:lnTo>
                  <a:lnTo>
                    <a:pt x="1149603" y="41401"/>
                  </a:lnTo>
                  <a:lnTo>
                    <a:pt x="1141857" y="33654"/>
                  </a:lnTo>
                  <a:close/>
                </a:path>
                <a:path w="6172200" h="1781175">
                  <a:moveTo>
                    <a:pt x="915415" y="33654"/>
                  </a:moveTo>
                  <a:lnTo>
                    <a:pt x="896238" y="33654"/>
                  </a:lnTo>
                  <a:lnTo>
                    <a:pt x="888364" y="41401"/>
                  </a:lnTo>
                  <a:lnTo>
                    <a:pt x="888364" y="60578"/>
                  </a:lnTo>
                  <a:lnTo>
                    <a:pt x="896238" y="68452"/>
                  </a:lnTo>
                  <a:lnTo>
                    <a:pt x="915415" y="68452"/>
                  </a:lnTo>
                  <a:lnTo>
                    <a:pt x="923163" y="60578"/>
                  </a:lnTo>
                  <a:lnTo>
                    <a:pt x="923163" y="41401"/>
                  </a:lnTo>
                  <a:lnTo>
                    <a:pt x="915415" y="33654"/>
                  </a:lnTo>
                  <a:close/>
                </a:path>
                <a:path w="6172200" h="1781175">
                  <a:moveTo>
                    <a:pt x="421894" y="33654"/>
                  </a:moveTo>
                  <a:lnTo>
                    <a:pt x="402589" y="33654"/>
                  </a:lnTo>
                  <a:lnTo>
                    <a:pt x="394842" y="41401"/>
                  </a:lnTo>
                  <a:lnTo>
                    <a:pt x="394842" y="60578"/>
                  </a:lnTo>
                  <a:lnTo>
                    <a:pt x="402589" y="68452"/>
                  </a:lnTo>
                  <a:lnTo>
                    <a:pt x="421894" y="68452"/>
                  </a:lnTo>
                  <a:lnTo>
                    <a:pt x="429640" y="60578"/>
                  </a:lnTo>
                  <a:lnTo>
                    <a:pt x="429640" y="41401"/>
                  </a:lnTo>
                  <a:lnTo>
                    <a:pt x="421894" y="33654"/>
                  </a:lnTo>
                  <a:close/>
                </a:path>
                <a:path w="6172200" h="1781175">
                  <a:moveTo>
                    <a:pt x="5949569" y="27940"/>
                  </a:moveTo>
                  <a:lnTo>
                    <a:pt x="5930265" y="27940"/>
                  </a:lnTo>
                  <a:lnTo>
                    <a:pt x="5922518" y="35686"/>
                  </a:lnTo>
                  <a:lnTo>
                    <a:pt x="5922518" y="54864"/>
                  </a:lnTo>
                  <a:lnTo>
                    <a:pt x="5930265" y="62610"/>
                  </a:lnTo>
                  <a:lnTo>
                    <a:pt x="5949569" y="62610"/>
                  </a:lnTo>
                  <a:lnTo>
                    <a:pt x="5957316" y="54864"/>
                  </a:lnTo>
                  <a:lnTo>
                    <a:pt x="5957316" y="35686"/>
                  </a:lnTo>
                  <a:lnTo>
                    <a:pt x="5949569" y="27940"/>
                  </a:lnTo>
                  <a:close/>
                </a:path>
                <a:path w="6172200" h="1781175">
                  <a:moveTo>
                    <a:pt x="4625721" y="27940"/>
                  </a:moveTo>
                  <a:lnTo>
                    <a:pt x="4606417" y="27940"/>
                  </a:lnTo>
                  <a:lnTo>
                    <a:pt x="4598670" y="35686"/>
                  </a:lnTo>
                  <a:lnTo>
                    <a:pt x="4598670" y="54864"/>
                  </a:lnTo>
                  <a:lnTo>
                    <a:pt x="4606417" y="62610"/>
                  </a:lnTo>
                  <a:lnTo>
                    <a:pt x="4625721" y="62610"/>
                  </a:lnTo>
                  <a:lnTo>
                    <a:pt x="4633468" y="54864"/>
                  </a:lnTo>
                  <a:lnTo>
                    <a:pt x="4633468" y="35686"/>
                  </a:lnTo>
                  <a:lnTo>
                    <a:pt x="4625721" y="27940"/>
                  </a:lnTo>
                  <a:close/>
                </a:path>
                <a:path w="6172200" h="1781175">
                  <a:moveTo>
                    <a:pt x="2378583" y="27940"/>
                  </a:moveTo>
                  <a:lnTo>
                    <a:pt x="2359405" y="27940"/>
                  </a:lnTo>
                  <a:lnTo>
                    <a:pt x="2351532" y="35686"/>
                  </a:lnTo>
                  <a:lnTo>
                    <a:pt x="2351532" y="54864"/>
                  </a:lnTo>
                  <a:lnTo>
                    <a:pt x="2359405" y="62610"/>
                  </a:lnTo>
                  <a:lnTo>
                    <a:pt x="2378583" y="62610"/>
                  </a:lnTo>
                  <a:lnTo>
                    <a:pt x="2386457" y="54864"/>
                  </a:lnTo>
                  <a:lnTo>
                    <a:pt x="2386457" y="35686"/>
                  </a:lnTo>
                  <a:lnTo>
                    <a:pt x="2378583" y="27940"/>
                  </a:lnTo>
                  <a:close/>
                </a:path>
                <a:path w="6172200" h="1781175">
                  <a:moveTo>
                    <a:pt x="154812" y="27940"/>
                  </a:moveTo>
                  <a:lnTo>
                    <a:pt x="135509" y="27940"/>
                  </a:lnTo>
                  <a:lnTo>
                    <a:pt x="127762" y="35686"/>
                  </a:lnTo>
                  <a:lnTo>
                    <a:pt x="127762" y="54864"/>
                  </a:lnTo>
                  <a:lnTo>
                    <a:pt x="135509" y="62610"/>
                  </a:lnTo>
                  <a:lnTo>
                    <a:pt x="154812" y="62610"/>
                  </a:lnTo>
                  <a:lnTo>
                    <a:pt x="162560" y="54864"/>
                  </a:lnTo>
                  <a:lnTo>
                    <a:pt x="162560" y="35686"/>
                  </a:lnTo>
                  <a:lnTo>
                    <a:pt x="154812" y="27940"/>
                  </a:lnTo>
                  <a:close/>
                </a:path>
                <a:path w="6172200" h="1781175">
                  <a:moveTo>
                    <a:pt x="4143755" y="22098"/>
                  </a:moveTo>
                  <a:lnTo>
                    <a:pt x="4124579" y="22098"/>
                  </a:lnTo>
                  <a:lnTo>
                    <a:pt x="4116704" y="29845"/>
                  </a:lnTo>
                  <a:lnTo>
                    <a:pt x="4116704" y="49022"/>
                  </a:lnTo>
                  <a:lnTo>
                    <a:pt x="4124579" y="56769"/>
                  </a:lnTo>
                  <a:lnTo>
                    <a:pt x="4143755" y="56769"/>
                  </a:lnTo>
                  <a:lnTo>
                    <a:pt x="4151629" y="49022"/>
                  </a:lnTo>
                  <a:lnTo>
                    <a:pt x="4151629" y="29845"/>
                  </a:lnTo>
                  <a:lnTo>
                    <a:pt x="4143755" y="22098"/>
                  </a:lnTo>
                  <a:close/>
                </a:path>
                <a:path w="6172200" h="1781175">
                  <a:moveTo>
                    <a:pt x="4015994" y="22098"/>
                  </a:moveTo>
                  <a:lnTo>
                    <a:pt x="3996817" y="22098"/>
                  </a:lnTo>
                  <a:lnTo>
                    <a:pt x="3988943" y="29845"/>
                  </a:lnTo>
                  <a:lnTo>
                    <a:pt x="3988943" y="49022"/>
                  </a:lnTo>
                  <a:lnTo>
                    <a:pt x="3996817" y="56769"/>
                  </a:lnTo>
                  <a:lnTo>
                    <a:pt x="4015994" y="56769"/>
                  </a:lnTo>
                  <a:lnTo>
                    <a:pt x="4023868" y="49022"/>
                  </a:lnTo>
                  <a:lnTo>
                    <a:pt x="4023868" y="29845"/>
                  </a:lnTo>
                  <a:lnTo>
                    <a:pt x="4015994" y="22098"/>
                  </a:lnTo>
                  <a:close/>
                </a:path>
                <a:path w="6172200" h="1781175">
                  <a:moveTo>
                    <a:pt x="796036" y="22098"/>
                  </a:moveTo>
                  <a:lnTo>
                    <a:pt x="783209" y="22098"/>
                  </a:lnTo>
                  <a:lnTo>
                    <a:pt x="778001" y="27304"/>
                  </a:lnTo>
                  <a:lnTo>
                    <a:pt x="778001" y="40131"/>
                  </a:lnTo>
                  <a:lnTo>
                    <a:pt x="783209" y="45211"/>
                  </a:lnTo>
                  <a:lnTo>
                    <a:pt x="796036" y="45211"/>
                  </a:lnTo>
                  <a:lnTo>
                    <a:pt x="801242" y="40131"/>
                  </a:lnTo>
                  <a:lnTo>
                    <a:pt x="801242" y="27304"/>
                  </a:lnTo>
                  <a:lnTo>
                    <a:pt x="796036" y="22098"/>
                  </a:lnTo>
                  <a:close/>
                </a:path>
                <a:path w="6172200" h="1781175">
                  <a:moveTo>
                    <a:pt x="5316728" y="16382"/>
                  </a:moveTo>
                  <a:lnTo>
                    <a:pt x="5297424" y="16382"/>
                  </a:lnTo>
                  <a:lnTo>
                    <a:pt x="5289677" y="24129"/>
                  </a:lnTo>
                  <a:lnTo>
                    <a:pt x="5289677" y="43306"/>
                  </a:lnTo>
                  <a:lnTo>
                    <a:pt x="5297424" y="51053"/>
                  </a:lnTo>
                  <a:lnTo>
                    <a:pt x="5316728" y="51053"/>
                  </a:lnTo>
                  <a:lnTo>
                    <a:pt x="5324475" y="43306"/>
                  </a:lnTo>
                  <a:lnTo>
                    <a:pt x="5324475" y="24129"/>
                  </a:lnTo>
                  <a:lnTo>
                    <a:pt x="5316728" y="16382"/>
                  </a:lnTo>
                  <a:close/>
                </a:path>
                <a:path w="6172200" h="1781175">
                  <a:moveTo>
                    <a:pt x="5154041" y="16382"/>
                  </a:moveTo>
                  <a:lnTo>
                    <a:pt x="5134864" y="16382"/>
                  </a:lnTo>
                  <a:lnTo>
                    <a:pt x="5126990" y="24129"/>
                  </a:lnTo>
                  <a:lnTo>
                    <a:pt x="5126990" y="43306"/>
                  </a:lnTo>
                  <a:lnTo>
                    <a:pt x="5134864" y="51053"/>
                  </a:lnTo>
                  <a:lnTo>
                    <a:pt x="5154041" y="51053"/>
                  </a:lnTo>
                  <a:lnTo>
                    <a:pt x="5161915" y="43306"/>
                  </a:lnTo>
                  <a:lnTo>
                    <a:pt x="5161915" y="24129"/>
                  </a:lnTo>
                  <a:lnTo>
                    <a:pt x="5154041" y="16382"/>
                  </a:lnTo>
                  <a:close/>
                </a:path>
                <a:path w="6172200" h="1781175">
                  <a:moveTo>
                    <a:pt x="4486402" y="16382"/>
                  </a:moveTo>
                  <a:lnTo>
                    <a:pt x="4467098" y="16382"/>
                  </a:lnTo>
                  <a:lnTo>
                    <a:pt x="4459351" y="24129"/>
                  </a:lnTo>
                  <a:lnTo>
                    <a:pt x="4459351" y="43306"/>
                  </a:lnTo>
                  <a:lnTo>
                    <a:pt x="4467098" y="51053"/>
                  </a:lnTo>
                  <a:lnTo>
                    <a:pt x="4486402" y="51053"/>
                  </a:lnTo>
                  <a:lnTo>
                    <a:pt x="4494149" y="43306"/>
                  </a:lnTo>
                  <a:lnTo>
                    <a:pt x="4494149" y="24129"/>
                  </a:lnTo>
                  <a:lnTo>
                    <a:pt x="4486402" y="16382"/>
                  </a:lnTo>
                  <a:close/>
                </a:path>
                <a:path w="6172200" h="1781175">
                  <a:moveTo>
                    <a:pt x="3127629" y="16382"/>
                  </a:moveTo>
                  <a:lnTo>
                    <a:pt x="3108452" y="16382"/>
                  </a:lnTo>
                  <a:lnTo>
                    <a:pt x="3100578" y="24129"/>
                  </a:lnTo>
                  <a:lnTo>
                    <a:pt x="3100578" y="43306"/>
                  </a:lnTo>
                  <a:lnTo>
                    <a:pt x="3108452" y="51053"/>
                  </a:lnTo>
                  <a:lnTo>
                    <a:pt x="3127629" y="51053"/>
                  </a:lnTo>
                  <a:lnTo>
                    <a:pt x="3135503" y="43306"/>
                  </a:lnTo>
                  <a:lnTo>
                    <a:pt x="3135503" y="24129"/>
                  </a:lnTo>
                  <a:lnTo>
                    <a:pt x="3127629" y="16382"/>
                  </a:lnTo>
                  <a:close/>
                </a:path>
                <a:path w="6172200" h="1781175">
                  <a:moveTo>
                    <a:pt x="3859276" y="10541"/>
                  </a:moveTo>
                  <a:lnTo>
                    <a:pt x="3839972" y="10541"/>
                  </a:lnTo>
                  <a:lnTo>
                    <a:pt x="3832225" y="18288"/>
                  </a:lnTo>
                  <a:lnTo>
                    <a:pt x="3832225" y="37465"/>
                  </a:lnTo>
                  <a:lnTo>
                    <a:pt x="3839972" y="45211"/>
                  </a:lnTo>
                  <a:lnTo>
                    <a:pt x="3859276" y="45211"/>
                  </a:lnTo>
                  <a:lnTo>
                    <a:pt x="3867023" y="37465"/>
                  </a:lnTo>
                  <a:lnTo>
                    <a:pt x="3867023" y="18288"/>
                  </a:lnTo>
                  <a:lnTo>
                    <a:pt x="3859276" y="10541"/>
                  </a:lnTo>
                  <a:close/>
                </a:path>
                <a:path w="6172200" h="1781175">
                  <a:moveTo>
                    <a:pt x="1014095" y="10541"/>
                  </a:moveTo>
                  <a:lnTo>
                    <a:pt x="994917" y="10541"/>
                  </a:lnTo>
                  <a:lnTo>
                    <a:pt x="987044" y="18288"/>
                  </a:lnTo>
                  <a:lnTo>
                    <a:pt x="987044" y="37465"/>
                  </a:lnTo>
                  <a:lnTo>
                    <a:pt x="994917" y="45211"/>
                  </a:lnTo>
                  <a:lnTo>
                    <a:pt x="1014095" y="45211"/>
                  </a:lnTo>
                  <a:lnTo>
                    <a:pt x="1021969" y="37465"/>
                  </a:lnTo>
                  <a:lnTo>
                    <a:pt x="1021969" y="18288"/>
                  </a:lnTo>
                  <a:lnTo>
                    <a:pt x="1014095" y="10541"/>
                  </a:lnTo>
                  <a:close/>
                </a:path>
                <a:path w="6172200" h="1781175">
                  <a:moveTo>
                    <a:pt x="311530" y="10541"/>
                  </a:moveTo>
                  <a:lnTo>
                    <a:pt x="292353" y="10541"/>
                  </a:lnTo>
                  <a:lnTo>
                    <a:pt x="284479" y="18288"/>
                  </a:lnTo>
                  <a:lnTo>
                    <a:pt x="284479" y="37465"/>
                  </a:lnTo>
                  <a:lnTo>
                    <a:pt x="292353" y="45211"/>
                  </a:lnTo>
                  <a:lnTo>
                    <a:pt x="311530" y="45211"/>
                  </a:lnTo>
                  <a:lnTo>
                    <a:pt x="319404" y="37465"/>
                  </a:lnTo>
                  <a:lnTo>
                    <a:pt x="319404" y="18288"/>
                  </a:lnTo>
                  <a:lnTo>
                    <a:pt x="311530" y="10541"/>
                  </a:lnTo>
                  <a:close/>
                </a:path>
                <a:path w="6172200" h="1781175">
                  <a:moveTo>
                    <a:pt x="3719956" y="4699"/>
                  </a:moveTo>
                  <a:lnTo>
                    <a:pt x="3700653" y="4699"/>
                  </a:lnTo>
                  <a:lnTo>
                    <a:pt x="3692905" y="12573"/>
                  </a:lnTo>
                  <a:lnTo>
                    <a:pt x="3692905" y="31750"/>
                  </a:lnTo>
                  <a:lnTo>
                    <a:pt x="3700653" y="39497"/>
                  </a:lnTo>
                  <a:lnTo>
                    <a:pt x="3719956" y="39497"/>
                  </a:lnTo>
                  <a:lnTo>
                    <a:pt x="3727704" y="31750"/>
                  </a:lnTo>
                  <a:lnTo>
                    <a:pt x="3727704" y="12573"/>
                  </a:lnTo>
                  <a:lnTo>
                    <a:pt x="3719956" y="4699"/>
                  </a:lnTo>
                  <a:close/>
                </a:path>
                <a:path w="6172200" h="1781175">
                  <a:moveTo>
                    <a:pt x="3284474" y="4699"/>
                  </a:moveTo>
                  <a:lnTo>
                    <a:pt x="3265170" y="4699"/>
                  </a:lnTo>
                  <a:lnTo>
                    <a:pt x="3257423" y="12573"/>
                  </a:lnTo>
                  <a:lnTo>
                    <a:pt x="3257423" y="31750"/>
                  </a:lnTo>
                  <a:lnTo>
                    <a:pt x="3265170" y="39497"/>
                  </a:lnTo>
                  <a:lnTo>
                    <a:pt x="3284474" y="39497"/>
                  </a:lnTo>
                  <a:lnTo>
                    <a:pt x="3292221" y="31750"/>
                  </a:lnTo>
                  <a:lnTo>
                    <a:pt x="3292221" y="12573"/>
                  </a:lnTo>
                  <a:lnTo>
                    <a:pt x="3284474" y="4699"/>
                  </a:lnTo>
                  <a:close/>
                </a:path>
                <a:path w="6172200" h="1781175">
                  <a:moveTo>
                    <a:pt x="5023993" y="0"/>
                  </a:moveTo>
                  <a:lnTo>
                    <a:pt x="4997831" y="0"/>
                  </a:lnTo>
                  <a:lnTo>
                    <a:pt x="4993513" y="10541"/>
                  </a:lnTo>
                  <a:lnTo>
                    <a:pt x="4993513" y="20066"/>
                  </a:lnTo>
                  <a:lnTo>
                    <a:pt x="5001259" y="27940"/>
                  </a:lnTo>
                  <a:lnTo>
                    <a:pt x="5020564" y="27940"/>
                  </a:lnTo>
                  <a:lnTo>
                    <a:pt x="5028310" y="20066"/>
                  </a:lnTo>
                  <a:lnTo>
                    <a:pt x="5028310" y="10541"/>
                  </a:lnTo>
                  <a:lnTo>
                    <a:pt x="5023993" y="0"/>
                  </a:lnTo>
                  <a:close/>
                </a:path>
                <a:path w="6172200" h="1781175">
                  <a:moveTo>
                    <a:pt x="4766945" y="0"/>
                  </a:moveTo>
                  <a:lnTo>
                    <a:pt x="4743958" y="0"/>
                  </a:lnTo>
                  <a:lnTo>
                    <a:pt x="4755388" y="4699"/>
                  </a:lnTo>
                  <a:lnTo>
                    <a:pt x="4766945" y="0"/>
                  </a:lnTo>
                  <a:close/>
                </a:path>
                <a:path w="6172200" h="1781175">
                  <a:moveTo>
                    <a:pt x="3611118" y="0"/>
                  </a:moveTo>
                  <a:lnTo>
                    <a:pt x="3577208" y="0"/>
                  </a:lnTo>
                  <a:lnTo>
                    <a:pt x="3581780" y="11175"/>
                  </a:lnTo>
                  <a:lnTo>
                    <a:pt x="3584955" y="14350"/>
                  </a:lnTo>
                  <a:lnTo>
                    <a:pt x="3589401" y="16382"/>
                  </a:lnTo>
                  <a:lnTo>
                    <a:pt x="3598926" y="16382"/>
                  </a:lnTo>
                  <a:lnTo>
                    <a:pt x="3603371" y="14350"/>
                  </a:lnTo>
                  <a:lnTo>
                    <a:pt x="3606419" y="11175"/>
                  </a:lnTo>
                  <a:lnTo>
                    <a:pt x="3611118" y="0"/>
                  </a:lnTo>
                  <a:close/>
                </a:path>
                <a:path w="6172200" h="1781175">
                  <a:moveTo>
                    <a:pt x="2978530" y="0"/>
                  </a:moveTo>
                  <a:lnTo>
                    <a:pt x="2955544" y="0"/>
                  </a:lnTo>
                  <a:lnTo>
                    <a:pt x="2967101" y="4699"/>
                  </a:lnTo>
                  <a:lnTo>
                    <a:pt x="2978530" y="0"/>
                  </a:lnTo>
                  <a:close/>
                </a:path>
                <a:path w="6172200" h="1781175">
                  <a:moveTo>
                    <a:pt x="2844673" y="0"/>
                  </a:moveTo>
                  <a:lnTo>
                    <a:pt x="2810764" y="0"/>
                  </a:lnTo>
                  <a:lnTo>
                    <a:pt x="2815336" y="11175"/>
                  </a:lnTo>
                  <a:lnTo>
                    <a:pt x="2818511" y="14350"/>
                  </a:lnTo>
                  <a:lnTo>
                    <a:pt x="2822955" y="16382"/>
                  </a:lnTo>
                  <a:lnTo>
                    <a:pt x="2832480" y="16382"/>
                  </a:lnTo>
                  <a:lnTo>
                    <a:pt x="2836926" y="14350"/>
                  </a:lnTo>
                  <a:lnTo>
                    <a:pt x="2839974" y="11175"/>
                  </a:lnTo>
                  <a:lnTo>
                    <a:pt x="2844673" y="0"/>
                  </a:lnTo>
                  <a:close/>
                </a:path>
                <a:path w="6172200" h="1781175">
                  <a:moveTo>
                    <a:pt x="2734437" y="0"/>
                  </a:moveTo>
                  <a:lnTo>
                    <a:pt x="2700401" y="0"/>
                  </a:lnTo>
                  <a:lnTo>
                    <a:pt x="2705100" y="11175"/>
                  </a:lnTo>
                  <a:lnTo>
                    <a:pt x="2708275" y="14350"/>
                  </a:lnTo>
                  <a:lnTo>
                    <a:pt x="2712592" y="16382"/>
                  </a:lnTo>
                  <a:lnTo>
                    <a:pt x="2722245" y="16382"/>
                  </a:lnTo>
                  <a:lnTo>
                    <a:pt x="2726563" y="14350"/>
                  </a:lnTo>
                  <a:lnTo>
                    <a:pt x="2729738" y="11175"/>
                  </a:lnTo>
                  <a:lnTo>
                    <a:pt x="2734437" y="0"/>
                  </a:lnTo>
                  <a:close/>
                </a:path>
                <a:path w="6172200" h="1781175">
                  <a:moveTo>
                    <a:pt x="2616708" y="0"/>
                  </a:moveTo>
                  <a:lnTo>
                    <a:pt x="2585847" y="0"/>
                  </a:lnTo>
                  <a:lnTo>
                    <a:pt x="2583815" y="4699"/>
                  </a:lnTo>
                  <a:lnTo>
                    <a:pt x="2583815" y="14350"/>
                  </a:lnTo>
                  <a:lnTo>
                    <a:pt x="2591689" y="22098"/>
                  </a:lnTo>
                  <a:lnTo>
                    <a:pt x="2610866" y="22098"/>
                  </a:lnTo>
                  <a:lnTo>
                    <a:pt x="2618740" y="14350"/>
                  </a:lnTo>
                  <a:lnTo>
                    <a:pt x="2618740" y="4699"/>
                  </a:lnTo>
                  <a:lnTo>
                    <a:pt x="2616708" y="0"/>
                  </a:lnTo>
                  <a:close/>
                </a:path>
                <a:path w="6172200" h="1781175">
                  <a:moveTo>
                    <a:pt x="2488946" y="0"/>
                  </a:moveTo>
                  <a:lnTo>
                    <a:pt x="2458085" y="0"/>
                  </a:lnTo>
                  <a:lnTo>
                    <a:pt x="2456053" y="4699"/>
                  </a:lnTo>
                  <a:lnTo>
                    <a:pt x="2456053" y="14350"/>
                  </a:lnTo>
                  <a:lnTo>
                    <a:pt x="2463927" y="22098"/>
                  </a:lnTo>
                  <a:lnTo>
                    <a:pt x="2483104" y="22098"/>
                  </a:lnTo>
                  <a:lnTo>
                    <a:pt x="2490978" y="14350"/>
                  </a:lnTo>
                  <a:lnTo>
                    <a:pt x="2490978" y="4699"/>
                  </a:lnTo>
                  <a:lnTo>
                    <a:pt x="2488946" y="0"/>
                  </a:lnTo>
                  <a:close/>
                </a:path>
                <a:path w="6172200" h="1781175">
                  <a:moveTo>
                    <a:pt x="2004695" y="0"/>
                  </a:moveTo>
                  <a:lnTo>
                    <a:pt x="1978533" y="0"/>
                  </a:lnTo>
                  <a:lnTo>
                    <a:pt x="1974214" y="10541"/>
                  </a:lnTo>
                  <a:lnTo>
                    <a:pt x="1974214" y="20066"/>
                  </a:lnTo>
                  <a:lnTo>
                    <a:pt x="1981962" y="27940"/>
                  </a:lnTo>
                  <a:lnTo>
                    <a:pt x="2001265" y="27940"/>
                  </a:lnTo>
                  <a:lnTo>
                    <a:pt x="2009013" y="20066"/>
                  </a:lnTo>
                  <a:lnTo>
                    <a:pt x="2009013" y="10541"/>
                  </a:lnTo>
                  <a:lnTo>
                    <a:pt x="2004695" y="0"/>
                  </a:lnTo>
                  <a:close/>
                </a:path>
                <a:path w="6172200" h="1781175">
                  <a:moveTo>
                    <a:pt x="1872234" y="0"/>
                  </a:moveTo>
                  <a:lnTo>
                    <a:pt x="1867153" y="0"/>
                  </a:lnTo>
                  <a:lnTo>
                    <a:pt x="1857375" y="4064"/>
                  </a:lnTo>
                  <a:lnTo>
                    <a:pt x="1854200" y="7239"/>
                  </a:lnTo>
                  <a:lnTo>
                    <a:pt x="1852295" y="11556"/>
                  </a:lnTo>
                  <a:lnTo>
                    <a:pt x="1852295" y="25907"/>
                  </a:lnTo>
                  <a:lnTo>
                    <a:pt x="1860041" y="33654"/>
                  </a:lnTo>
                  <a:lnTo>
                    <a:pt x="1879219" y="33654"/>
                  </a:lnTo>
                  <a:lnTo>
                    <a:pt x="1887092" y="25907"/>
                  </a:lnTo>
                  <a:lnTo>
                    <a:pt x="1887092" y="11556"/>
                  </a:lnTo>
                  <a:lnTo>
                    <a:pt x="1885188" y="7239"/>
                  </a:lnTo>
                  <a:lnTo>
                    <a:pt x="1882013" y="4064"/>
                  </a:lnTo>
                  <a:lnTo>
                    <a:pt x="1872234" y="0"/>
                  </a:lnTo>
                  <a:close/>
                </a:path>
                <a:path w="6172200" h="1781175">
                  <a:moveTo>
                    <a:pt x="1671827" y="0"/>
                  </a:moveTo>
                  <a:lnTo>
                    <a:pt x="1637791" y="0"/>
                  </a:lnTo>
                  <a:lnTo>
                    <a:pt x="1642490" y="11175"/>
                  </a:lnTo>
                  <a:lnTo>
                    <a:pt x="1645665" y="14350"/>
                  </a:lnTo>
                  <a:lnTo>
                    <a:pt x="1649984" y="16382"/>
                  </a:lnTo>
                  <a:lnTo>
                    <a:pt x="1659636" y="16382"/>
                  </a:lnTo>
                  <a:lnTo>
                    <a:pt x="1663953" y="14350"/>
                  </a:lnTo>
                  <a:lnTo>
                    <a:pt x="1667128" y="11175"/>
                  </a:lnTo>
                  <a:lnTo>
                    <a:pt x="1671827" y="0"/>
                  </a:lnTo>
                  <a:close/>
                </a:path>
                <a:path w="6172200" h="1781175">
                  <a:moveTo>
                    <a:pt x="1567307" y="0"/>
                  </a:moveTo>
                  <a:lnTo>
                    <a:pt x="1533271" y="0"/>
                  </a:lnTo>
                  <a:lnTo>
                    <a:pt x="1537970" y="11175"/>
                  </a:lnTo>
                  <a:lnTo>
                    <a:pt x="1541145" y="14350"/>
                  </a:lnTo>
                  <a:lnTo>
                    <a:pt x="1545463" y="16382"/>
                  </a:lnTo>
                  <a:lnTo>
                    <a:pt x="1555114" y="16382"/>
                  </a:lnTo>
                  <a:lnTo>
                    <a:pt x="1559433" y="14350"/>
                  </a:lnTo>
                  <a:lnTo>
                    <a:pt x="1562608" y="11175"/>
                  </a:lnTo>
                  <a:lnTo>
                    <a:pt x="1567307" y="0"/>
                  </a:lnTo>
                  <a:close/>
                </a:path>
                <a:path w="6172200" h="1781175">
                  <a:moveTo>
                    <a:pt x="1317625" y="0"/>
                  </a:moveTo>
                  <a:lnTo>
                    <a:pt x="1283589" y="0"/>
                  </a:lnTo>
                  <a:lnTo>
                    <a:pt x="1288288" y="11175"/>
                  </a:lnTo>
                  <a:lnTo>
                    <a:pt x="1291463" y="14350"/>
                  </a:lnTo>
                  <a:lnTo>
                    <a:pt x="1295780" y="16382"/>
                  </a:lnTo>
                  <a:lnTo>
                    <a:pt x="1305433" y="16382"/>
                  </a:lnTo>
                  <a:lnTo>
                    <a:pt x="1309751" y="14350"/>
                  </a:lnTo>
                  <a:lnTo>
                    <a:pt x="1312926" y="11175"/>
                  </a:lnTo>
                  <a:lnTo>
                    <a:pt x="1317625" y="0"/>
                  </a:lnTo>
                  <a:close/>
                </a:path>
                <a:path w="6172200" h="1781175">
                  <a:moveTo>
                    <a:pt x="638555" y="0"/>
                  </a:moveTo>
                  <a:lnTo>
                    <a:pt x="615569" y="0"/>
                  </a:lnTo>
                  <a:lnTo>
                    <a:pt x="627126" y="4699"/>
                  </a:lnTo>
                  <a:lnTo>
                    <a:pt x="638555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2390775"/>
              <a:ext cx="608965" cy="1419225"/>
            </a:xfrm>
            <a:custGeom>
              <a:avLst/>
              <a:gdLst/>
              <a:ahLst/>
              <a:cxnLst/>
              <a:rect l="l" t="t" r="r" b="b"/>
              <a:pathLst>
                <a:path w="608965" h="1419225">
                  <a:moveTo>
                    <a:pt x="0" y="0"/>
                  </a:moveTo>
                  <a:lnTo>
                    <a:pt x="0" y="1419225"/>
                  </a:lnTo>
                  <a:lnTo>
                    <a:pt x="7706" y="1417320"/>
                  </a:lnTo>
                  <a:lnTo>
                    <a:pt x="57416" y="1397401"/>
                  </a:lnTo>
                  <a:lnTo>
                    <a:pt x="105133" y="1372697"/>
                  </a:lnTo>
                  <a:lnTo>
                    <a:pt x="150213" y="1343665"/>
                  </a:lnTo>
                  <a:lnTo>
                    <a:pt x="192011" y="1310761"/>
                  </a:lnTo>
                  <a:lnTo>
                    <a:pt x="229882" y="1274445"/>
                  </a:lnTo>
                  <a:lnTo>
                    <a:pt x="261716" y="1238308"/>
                  </a:lnTo>
                  <a:lnTo>
                    <a:pt x="290756" y="1200218"/>
                  </a:lnTo>
                  <a:lnTo>
                    <a:pt x="317042" y="1160338"/>
                  </a:lnTo>
                  <a:lnTo>
                    <a:pt x="340614" y="1118829"/>
                  </a:lnTo>
                  <a:lnTo>
                    <a:pt x="361513" y="1075854"/>
                  </a:lnTo>
                  <a:lnTo>
                    <a:pt x="379778" y="1031575"/>
                  </a:lnTo>
                  <a:lnTo>
                    <a:pt x="398542" y="976808"/>
                  </a:lnTo>
                  <a:lnTo>
                    <a:pt x="405866" y="949198"/>
                  </a:lnTo>
                  <a:lnTo>
                    <a:pt x="414120" y="920484"/>
                  </a:lnTo>
                  <a:lnTo>
                    <a:pt x="424975" y="893032"/>
                  </a:lnTo>
                  <a:lnTo>
                    <a:pt x="438433" y="866866"/>
                  </a:lnTo>
                  <a:lnTo>
                    <a:pt x="454494" y="842010"/>
                  </a:lnTo>
                  <a:lnTo>
                    <a:pt x="455650" y="842010"/>
                  </a:lnTo>
                  <a:lnTo>
                    <a:pt x="455650" y="840866"/>
                  </a:lnTo>
                  <a:lnTo>
                    <a:pt x="519295" y="758119"/>
                  </a:lnTo>
                  <a:lnTo>
                    <a:pt x="550454" y="714327"/>
                  </a:lnTo>
                  <a:lnTo>
                    <a:pt x="577658" y="668810"/>
                  </a:lnTo>
                  <a:lnTo>
                    <a:pt x="597980" y="621769"/>
                  </a:lnTo>
                  <a:lnTo>
                    <a:pt x="608495" y="573404"/>
                  </a:lnTo>
                  <a:lnTo>
                    <a:pt x="608375" y="522951"/>
                  </a:lnTo>
                  <a:lnTo>
                    <a:pt x="599444" y="472717"/>
                  </a:lnTo>
                  <a:lnTo>
                    <a:pt x="582729" y="423894"/>
                  </a:lnTo>
                  <a:lnTo>
                    <a:pt x="559261" y="377674"/>
                  </a:lnTo>
                  <a:lnTo>
                    <a:pt x="530067" y="335250"/>
                  </a:lnTo>
                  <a:lnTo>
                    <a:pt x="496176" y="297814"/>
                  </a:lnTo>
                  <a:lnTo>
                    <a:pt x="458731" y="267042"/>
                  </a:lnTo>
                  <a:lnTo>
                    <a:pt x="418520" y="242005"/>
                  </a:lnTo>
                  <a:lnTo>
                    <a:pt x="376056" y="221519"/>
                  </a:lnTo>
                  <a:lnTo>
                    <a:pt x="331855" y="204399"/>
                  </a:lnTo>
                  <a:lnTo>
                    <a:pt x="286430" y="189459"/>
                  </a:lnTo>
                  <a:lnTo>
                    <a:pt x="240296" y="175513"/>
                  </a:lnTo>
                  <a:lnTo>
                    <a:pt x="210236" y="139005"/>
                  </a:lnTo>
                  <a:lnTo>
                    <a:pt x="177387" y="104666"/>
                  </a:lnTo>
                  <a:lnTo>
                    <a:pt x="141773" y="73265"/>
                  </a:lnTo>
                  <a:lnTo>
                    <a:pt x="103414" y="45571"/>
                  </a:lnTo>
                  <a:lnTo>
                    <a:pt x="62332" y="22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91140" y="0"/>
              <a:ext cx="8401050" cy="2619375"/>
            </a:xfrm>
            <a:custGeom>
              <a:avLst/>
              <a:gdLst/>
              <a:ahLst/>
              <a:cxnLst/>
              <a:rect l="l" t="t" r="r" b="b"/>
              <a:pathLst>
                <a:path w="8401050" h="2619375">
                  <a:moveTo>
                    <a:pt x="2428684" y="42164"/>
                  </a:moveTo>
                  <a:lnTo>
                    <a:pt x="2427160" y="0"/>
                  </a:lnTo>
                  <a:lnTo>
                    <a:pt x="29654" y="0"/>
                  </a:lnTo>
                  <a:lnTo>
                    <a:pt x="36944" y="55676"/>
                  </a:lnTo>
                  <a:lnTo>
                    <a:pt x="45770" y="104432"/>
                  </a:lnTo>
                  <a:lnTo>
                    <a:pt x="56019" y="153200"/>
                  </a:lnTo>
                  <a:lnTo>
                    <a:pt x="67195" y="202031"/>
                  </a:lnTo>
                  <a:lnTo>
                    <a:pt x="78803" y="250952"/>
                  </a:lnTo>
                  <a:lnTo>
                    <a:pt x="60426" y="297307"/>
                  </a:lnTo>
                  <a:lnTo>
                    <a:pt x="43992" y="344601"/>
                  </a:lnTo>
                  <a:lnTo>
                    <a:pt x="29768" y="392684"/>
                  </a:lnTo>
                  <a:lnTo>
                    <a:pt x="18008" y="441401"/>
                  </a:lnTo>
                  <a:lnTo>
                    <a:pt x="8953" y="490588"/>
                  </a:lnTo>
                  <a:lnTo>
                    <a:pt x="2857" y="540092"/>
                  </a:lnTo>
                  <a:lnTo>
                    <a:pt x="0" y="589762"/>
                  </a:lnTo>
                  <a:lnTo>
                    <a:pt x="622" y="639432"/>
                  </a:lnTo>
                  <a:lnTo>
                    <a:pt x="4991" y="688949"/>
                  </a:lnTo>
                  <a:lnTo>
                    <a:pt x="13347" y="738162"/>
                  </a:lnTo>
                  <a:lnTo>
                    <a:pt x="25971" y="786892"/>
                  </a:lnTo>
                  <a:lnTo>
                    <a:pt x="41249" y="831799"/>
                  </a:lnTo>
                  <a:lnTo>
                    <a:pt x="60058" y="875461"/>
                  </a:lnTo>
                  <a:lnTo>
                    <a:pt x="82130" y="917778"/>
                  </a:lnTo>
                  <a:lnTo>
                    <a:pt x="107226" y="958672"/>
                  </a:lnTo>
                  <a:lnTo>
                    <a:pt x="135115" y="998054"/>
                  </a:lnTo>
                  <a:lnTo>
                    <a:pt x="165544" y="1035837"/>
                  </a:lnTo>
                  <a:lnTo>
                    <a:pt x="198259" y="1071930"/>
                  </a:lnTo>
                  <a:lnTo>
                    <a:pt x="233019" y="1106258"/>
                  </a:lnTo>
                  <a:lnTo>
                    <a:pt x="269582" y="1138707"/>
                  </a:lnTo>
                  <a:lnTo>
                    <a:pt x="307708" y="1169225"/>
                  </a:lnTo>
                  <a:lnTo>
                    <a:pt x="347129" y="1197686"/>
                  </a:lnTo>
                  <a:lnTo>
                    <a:pt x="387629" y="1224038"/>
                  </a:lnTo>
                  <a:lnTo>
                    <a:pt x="428955" y="1248168"/>
                  </a:lnTo>
                  <a:lnTo>
                    <a:pt x="470852" y="1270000"/>
                  </a:lnTo>
                  <a:lnTo>
                    <a:pt x="513638" y="1290561"/>
                  </a:lnTo>
                  <a:lnTo>
                    <a:pt x="558825" y="1309281"/>
                  </a:lnTo>
                  <a:lnTo>
                    <a:pt x="605764" y="1324965"/>
                  </a:lnTo>
                  <a:lnTo>
                    <a:pt x="653783" y="1336421"/>
                  </a:lnTo>
                  <a:lnTo>
                    <a:pt x="702221" y="1342415"/>
                  </a:lnTo>
                  <a:lnTo>
                    <a:pt x="750430" y="1341767"/>
                  </a:lnTo>
                  <a:lnTo>
                    <a:pt x="797750" y="1333246"/>
                  </a:lnTo>
                  <a:lnTo>
                    <a:pt x="849845" y="1314437"/>
                  </a:lnTo>
                  <a:lnTo>
                    <a:pt x="889901" y="1287856"/>
                  </a:lnTo>
                  <a:lnTo>
                    <a:pt x="922045" y="1255496"/>
                  </a:lnTo>
                  <a:lnTo>
                    <a:pt x="950404" y="1219301"/>
                  </a:lnTo>
                  <a:lnTo>
                    <a:pt x="979093" y="1181239"/>
                  </a:lnTo>
                  <a:lnTo>
                    <a:pt x="1012253" y="1143254"/>
                  </a:lnTo>
                  <a:lnTo>
                    <a:pt x="1049477" y="1112393"/>
                  </a:lnTo>
                  <a:lnTo>
                    <a:pt x="1093431" y="1085024"/>
                  </a:lnTo>
                  <a:lnTo>
                    <a:pt x="1141260" y="1060653"/>
                  </a:lnTo>
                  <a:lnTo>
                    <a:pt x="1190117" y="1038821"/>
                  </a:lnTo>
                  <a:lnTo>
                    <a:pt x="1237170" y="1019048"/>
                  </a:lnTo>
                  <a:lnTo>
                    <a:pt x="1287449" y="999401"/>
                  </a:lnTo>
                  <a:lnTo>
                    <a:pt x="1338465" y="980186"/>
                  </a:lnTo>
                  <a:lnTo>
                    <a:pt x="1389875" y="961656"/>
                  </a:lnTo>
                  <a:lnTo>
                    <a:pt x="1486154" y="928890"/>
                  </a:lnTo>
                  <a:lnTo>
                    <a:pt x="1531277" y="913168"/>
                  </a:lnTo>
                  <a:lnTo>
                    <a:pt x="1576641" y="896759"/>
                  </a:lnTo>
                  <a:lnTo>
                    <a:pt x="1622120" y="879614"/>
                  </a:lnTo>
                  <a:lnTo>
                    <a:pt x="1667586" y="861682"/>
                  </a:lnTo>
                  <a:lnTo>
                    <a:pt x="1712912" y="842899"/>
                  </a:lnTo>
                  <a:lnTo>
                    <a:pt x="1757997" y="823201"/>
                  </a:lnTo>
                  <a:lnTo>
                    <a:pt x="1802688" y="802538"/>
                  </a:lnTo>
                  <a:lnTo>
                    <a:pt x="1846884" y="780846"/>
                  </a:lnTo>
                  <a:lnTo>
                    <a:pt x="1890445" y="758063"/>
                  </a:lnTo>
                  <a:lnTo>
                    <a:pt x="1933270" y="734148"/>
                  </a:lnTo>
                  <a:lnTo>
                    <a:pt x="1975218" y="709041"/>
                  </a:lnTo>
                  <a:lnTo>
                    <a:pt x="2016163" y="682663"/>
                  </a:lnTo>
                  <a:lnTo>
                    <a:pt x="2056003" y="654977"/>
                  </a:lnTo>
                  <a:lnTo>
                    <a:pt x="2094585" y="625906"/>
                  </a:lnTo>
                  <a:lnTo>
                    <a:pt x="2131809" y="595414"/>
                  </a:lnTo>
                  <a:lnTo>
                    <a:pt x="2167547" y="563435"/>
                  </a:lnTo>
                  <a:lnTo>
                    <a:pt x="2201672" y="529907"/>
                  </a:lnTo>
                  <a:lnTo>
                    <a:pt x="2234069" y="494766"/>
                  </a:lnTo>
                  <a:lnTo>
                    <a:pt x="2264600" y="457974"/>
                  </a:lnTo>
                  <a:lnTo>
                    <a:pt x="2293150" y="419455"/>
                  </a:lnTo>
                  <a:lnTo>
                    <a:pt x="2319591" y="379158"/>
                  </a:lnTo>
                  <a:lnTo>
                    <a:pt x="2343810" y="337019"/>
                  </a:lnTo>
                  <a:lnTo>
                    <a:pt x="2365679" y="292989"/>
                  </a:lnTo>
                  <a:lnTo>
                    <a:pt x="2385085" y="247002"/>
                  </a:lnTo>
                  <a:lnTo>
                    <a:pt x="2401887" y="199009"/>
                  </a:lnTo>
                  <a:lnTo>
                    <a:pt x="2412873" y="159181"/>
                  </a:lnTo>
                  <a:lnTo>
                    <a:pt x="2420950" y="119735"/>
                  </a:lnTo>
                  <a:lnTo>
                    <a:pt x="2426182" y="80708"/>
                  </a:lnTo>
                  <a:lnTo>
                    <a:pt x="2428684" y="42164"/>
                  </a:lnTo>
                  <a:close/>
                </a:path>
                <a:path w="8401050" h="2619375">
                  <a:moveTo>
                    <a:pt x="8400859" y="0"/>
                  </a:moveTo>
                  <a:lnTo>
                    <a:pt x="7201344" y="0"/>
                  </a:lnTo>
                  <a:lnTo>
                    <a:pt x="7198042" y="16383"/>
                  </a:lnTo>
                  <a:lnTo>
                    <a:pt x="7197649" y="70180"/>
                  </a:lnTo>
                  <a:lnTo>
                    <a:pt x="7207212" y="119329"/>
                  </a:lnTo>
                  <a:lnTo>
                    <a:pt x="7223582" y="165976"/>
                  </a:lnTo>
                  <a:lnTo>
                    <a:pt x="7264120" y="260375"/>
                  </a:lnTo>
                  <a:lnTo>
                    <a:pt x="7281989" y="312420"/>
                  </a:lnTo>
                  <a:lnTo>
                    <a:pt x="7291260" y="361099"/>
                  </a:lnTo>
                  <a:lnTo>
                    <a:pt x="7294689" y="413588"/>
                  </a:lnTo>
                  <a:lnTo>
                    <a:pt x="7293635" y="468312"/>
                  </a:lnTo>
                  <a:lnTo>
                    <a:pt x="7289419" y="523684"/>
                  </a:lnTo>
                  <a:lnTo>
                    <a:pt x="7283399" y="578078"/>
                  </a:lnTo>
                  <a:lnTo>
                    <a:pt x="7276909" y="629920"/>
                  </a:lnTo>
                  <a:lnTo>
                    <a:pt x="7268997" y="682675"/>
                  </a:lnTo>
                  <a:lnTo>
                    <a:pt x="7260501" y="735774"/>
                  </a:lnTo>
                  <a:lnTo>
                    <a:pt x="7251408" y="789000"/>
                  </a:lnTo>
                  <a:lnTo>
                    <a:pt x="7241730" y="842098"/>
                  </a:lnTo>
                  <a:lnTo>
                    <a:pt x="7231443" y="894842"/>
                  </a:lnTo>
                  <a:lnTo>
                    <a:pt x="7222350" y="939876"/>
                  </a:lnTo>
                  <a:lnTo>
                    <a:pt x="7213536" y="985405"/>
                  </a:lnTo>
                  <a:lnTo>
                    <a:pt x="7205053" y="1031379"/>
                  </a:lnTo>
                  <a:lnTo>
                    <a:pt x="7196963" y="1077747"/>
                  </a:lnTo>
                  <a:lnTo>
                    <a:pt x="7189343" y="1124458"/>
                  </a:lnTo>
                  <a:lnTo>
                    <a:pt x="7182256" y="1171473"/>
                  </a:lnTo>
                  <a:lnTo>
                    <a:pt x="7175779" y="1218755"/>
                  </a:lnTo>
                  <a:lnTo>
                    <a:pt x="7169975" y="1266240"/>
                  </a:lnTo>
                  <a:lnTo>
                    <a:pt x="7164908" y="1313891"/>
                  </a:lnTo>
                  <a:lnTo>
                    <a:pt x="7160654" y="1361655"/>
                  </a:lnTo>
                  <a:lnTo>
                    <a:pt x="7157288" y="1409484"/>
                  </a:lnTo>
                  <a:lnTo>
                    <a:pt x="7154850" y="1457350"/>
                  </a:lnTo>
                  <a:lnTo>
                    <a:pt x="7153440" y="1505178"/>
                  </a:lnTo>
                  <a:lnTo>
                    <a:pt x="7153110" y="1552943"/>
                  </a:lnTo>
                  <a:lnTo>
                    <a:pt x="7153935" y="1600593"/>
                  </a:lnTo>
                  <a:lnTo>
                    <a:pt x="7155980" y="1648079"/>
                  </a:lnTo>
                  <a:lnTo>
                    <a:pt x="7159307" y="1695348"/>
                  </a:lnTo>
                  <a:lnTo>
                    <a:pt x="7163994" y="1742363"/>
                  </a:lnTo>
                  <a:lnTo>
                    <a:pt x="7170102" y="1789061"/>
                  </a:lnTo>
                  <a:lnTo>
                    <a:pt x="7177710" y="1835429"/>
                  </a:lnTo>
                  <a:lnTo>
                    <a:pt x="7186879" y="1881378"/>
                  </a:lnTo>
                  <a:lnTo>
                    <a:pt x="7197687" y="1926894"/>
                  </a:lnTo>
                  <a:lnTo>
                    <a:pt x="7210184" y="1971916"/>
                  </a:lnTo>
                  <a:lnTo>
                    <a:pt x="7224446" y="2016404"/>
                  </a:lnTo>
                  <a:lnTo>
                    <a:pt x="7240549" y="2060308"/>
                  </a:lnTo>
                  <a:lnTo>
                    <a:pt x="7258558" y="2103564"/>
                  </a:lnTo>
                  <a:lnTo>
                    <a:pt x="7278535" y="2146160"/>
                  </a:lnTo>
                  <a:lnTo>
                    <a:pt x="7300557" y="2188019"/>
                  </a:lnTo>
                  <a:lnTo>
                    <a:pt x="7324687" y="2229116"/>
                  </a:lnTo>
                  <a:lnTo>
                    <a:pt x="7350988" y="2269375"/>
                  </a:lnTo>
                  <a:lnTo>
                    <a:pt x="7379538" y="2308783"/>
                  </a:lnTo>
                  <a:lnTo>
                    <a:pt x="7410399" y="2347277"/>
                  </a:lnTo>
                  <a:lnTo>
                    <a:pt x="7443660" y="2384806"/>
                  </a:lnTo>
                  <a:lnTo>
                    <a:pt x="7480173" y="2421331"/>
                  </a:lnTo>
                  <a:lnTo>
                    <a:pt x="7518120" y="2454503"/>
                  </a:lnTo>
                  <a:lnTo>
                    <a:pt x="7557376" y="2484412"/>
                  </a:lnTo>
                  <a:lnTo>
                    <a:pt x="7597864" y="2511107"/>
                  </a:lnTo>
                  <a:lnTo>
                    <a:pt x="7639469" y="2534691"/>
                  </a:lnTo>
                  <a:lnTo>
                    <a:pt x="7682077" y="2555214"/>
                  </a:lnTo>
                  <a:lnTo>
                    <a:pt x="7725613" y="2572753"/>
                  </a:lnTo>
                  <a:lnTo>
                    <a:pt x="7769961" y="2587383"/>
                  </a:lnTo>
                  <a:lnTo>
                    <a:pt x="7815008" y="2599169"/>
                  </a:lnTo>
                  <a:lnTo>
                    <a:pt x="7860678" y="2608186"/>
                  </a:lnTo>
                  <a:lnTo>
                    <a:pt x="7906842" y="2614511"/>
                  </a:lnTo>
                  <a:lnTo>
                    <a:pt x="7953426" y="2618219"/>
                  </a:lnTo>
                  <a:lnTo>
                    <a:pt x="8000301" y="2619375"/>
                  </a:lnTo>
                  <a:lnTo>
                    <a:pt x="8047393" y="2618054"/>
                  </a:lnTo>
                  <a:lnTo>
                    <a:pt x="8094573" y="2614320"/>
                  </a:lnTo>
                  <a:lnTo>
                    <a:pt x="8141754" y="2608262"/>
                  </a:lnTo>
                  <a:lnTo>
                    <a:pt x="8188846" y="2599931"/>
                  </a:lnTo>
                  <a:lnTo>
                    <a:pt x="8235721" y="2589415"/>
                  </a:lnTo>
                  <a:lnTo>
                    <a:pt x="8282292" y="2576779"/>
                  </a:lnTo>
                  <a:lnTo>
                    <a:pt x="8328469" y="2562098"/>
                  </a:lnTo>
                  <a:lnTo>
                    <a:pt x="8400859" y="2530475"/>
                  </a:lnTo>
                  <a:lnTo>
                    <a:pt x="8400859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581036" cy="98102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65822" y="2397696"/>
            <a:ext cx="3199130" cy="209801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algn="ctr">
              <a:lnSpc>
                <a:spcPts val="5180"/>
              </a:lnSpc>
              <a:spcBef>
                <a:spcPts val="760"/>
              </a:spcBef>
            </a:pPr>
            <a:r>
              <a:rPr sz="4800" b="1" spc="295" dirty="0">
                <a:solidFill>
                  <a:srgbClr val="FFFFFF"/>
                </a:solidFill>
                <a:latin typeface="Calibri"/>
                <a:cs typeface="Calibri"/>
              </a:rPr>
              <a:t>KỸ</a:t>
            </a:r>
            <a:r>
              <a:rPr sz="48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b="1" spc="70" dirty="0">
                <a:solidFill>
                  <a:srgbClr val="FFFFFF"/>
                </a:solidFill>
                <a:latin typeface="Calibri"/>
                <a:cs typeface="Calibri"/>
              </a:rPr>
              <a:t>THUẬT </a:t>
            </a:r>
            <a:r>
              <a:rPr sz="4800" b="1" dirty="0">
                <a:solidFill>
                  <a:srgbClr val="FFFFFF"/>
                </a:solidFill>
                <a:latin typeface="Calibri"/>
                <a:cs typeface="Calibri"/>
              </a:rPr>
              <a:t>TẠO</a:t>
            </a:r>
            <a:r>
              <a:rPr sz="4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b="1" spc="200" dirty="0">
                <a:solidFill>
                  <a:srgbClr val="FFFFFF"/>
                </a:solidFill>
                <a:latin typeface="Calibri"/>
                <a:cs typeface="Calibri"/>
              </a:rPr>
              <a:t>TRANG </a:t>
            </a:r>
            <a:r>
              <a:rPr sz="4800" b="1" spc="23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96538" y="1698370"/>
            <a:ext cx="177165" cy="675640"/>
          </a:xfrm>
          <a:prstGeom prst="rect">
            <a:avLst/>
          </a:prstGeom>
        </p:spPr>
        <p:txBody>
          <a:bodyPr vert="vert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50" dirty="0">
                <a:solidFill>
                  <a:srgbClr val="2C3931"/>
                </a:solidFill>
                <a:latin typeface="Century Gothic"/>
                <a:cs typeface="Century Gothic"/>
              </a:rPr>
              <a:t>2/25/2025</a:t>
            </a:r>
            <a:endParaRPr sz="950">
              <a:latin typeface="Century Gothic"/>
              <a:cs typeface="Century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81575" y="247650"/>
            <a:ext cx="6372225" cy="6372225"/>
            <a:chOff x="4981575" y="247650"/>
            <a:chExt cx="6372225" cy="6372225"/>
          </a:xfrm>
        </p:grpSpPr>
        <p:sp>
          <p:nvSpPr>
            <p:cNvPr id="15" name="object 15"/>
            <p:cNvSpPr/>
            <p:nvPr/>
          </p:nvSpPr>
          <p:spPr>
            <a:xfrm>
              <a:off x="4981575" y="247650"/>
              <a:ext cx="6372225" cy="6372225"/>
            </a:xfrm>
            <a:custGeom>
              <a:avLst/>
              <a:gdLst/>
              <a:ahLst/>
              <a:cxnLst/>
              <a:rect l="l" t="t" r="r" b="b"/>
              <a:pathLst>
                <a:path w="6372225" h="6372225">
                  <a:moveTo>
                    <a:pt x="3186176" y="0"/>
                  </a:moveTo>
                  <a:lnTo>
                    <a:pt x="0" y="3186049"/>
                  </a:lnTo>
                  <a:lnTo>
                    <a:pt x="3186176" y="6372225"/>
                  </a:lnTo>
                  <a:lnTo>
                    <a:pt x="6372225" y="3186049"/>
                  </a:lnTo>
                  <a:lnTo>
                    <a:pt x="3186176" y="0"/>
                  </a:lnTo>
                  <a:close/>
                </a:path>
              </a:pathLst>
            </a:custGeom>
            <a:solidFill>
              <a:srgbClr val="E0D0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96001" y="862076"/>
              <a:ext cx="2486025" cy="2476500"/>
            </a:xfrm>
            <a:custGeom>
              <a:avLst/>
              <a:gdLst/>
              <a:ahLst/>
              <a:cxnLst/>
              <a:rect l="l" t="t" r="r" b="b"/>
              <a:pathLst>
                <a:path w="2486025" h="2476500">
                  <a:moveTo>
                    <a:pt x="2073148" y="0"/>
                  </a:moveTo>
                  <a:lnTo>
                    <a:pt x="412750" y="0"/>
                  </a:lnTo>
                  <a:lnTo>
                    <a:pt x="364612" y="2776"/>
                  </a:lnTo>
                  <a:lnTo>
                    <a:pt x="318107" y="10900"/>
                  </a:lnTo>
                  <a:lnTo>
                    <a:pt x="273542" y="24061"/>
                  </a:lnTo>
                  <a:lnTo>
                    <a:pt x="231228" y="41950"/>
                  </a:lnTo>
                  <a:lnTo>
                    <a:pt x="191475" y="64257"/>
                  </a:lnTo>
                  <a:lnTo>
                    <a:pt x="154591" y="90673"/>
                  </a:lnTo>
                  <a:lnTo>
                    <a:pt x="120888" y="120888"/>
                  </a:lnTo>
                  <a:lnTo>
                    <a:pt x="90673" y="154591"/>
                  </a:lnTo>
                  <a:lnTo>
                    <a:pt x="64257" y="191475"/>
                  </a:lnTo>
                  <a:lnTo>
                    <a:pt x="41950" y="231228"/>
                  </a:lnTo>
                  <a:lnTo>
                    <a:pt x="24061" y="273542"/>
                  </a:lnTo>
                  <a:lnTo>
                    <a:pt x="10900" y="318107"/>
                  </a:lnTo>
                  <a:lnTo>
                    <a:pt x="2776" y="364612"/>
                  </a:lnTo>
                  <a:lnTo>
                    <a:pt x="0" y="412750"/>
                  </a:lnTo>
                  <a:lnTo>
                    <a:pt x="0" y="2063623"/>
                  </a:lnTo>
                  <a:lnTo>
                    <a:pt x="2776" y="2111761"/>
                  </a:lnTo>
                  <a:lnTo>
                    <a:pt x="10900" y="2158272"/>
                  </a:lnTo>
                  <a:lnTo>
                    <a:pt x="24061" y="2202845"/>
                  </a:lnTo>
                  <a:lnTo>
                    <a:pt x="41950" y="2245169"/>
                  </a:lnTo>
                  <a:lnTo>
                    <a:pt x="64257" y="2284934"/>
                  </a:lnTo>
                  <a:lnTo>
                    <a:pt x="90673" y="2321831"/>
                  </a:lnTo>
                  <a:lnTo>
                    <a:pt x="120888" y="2355548"/>
                  </a:lnTo>
                  <a:lnTo>
                    <a:pt x="154591" y="2385776"/>
                  </a:lnTo>
                  <a:lnTo>
                    <a:pt x="191475" y="2412205"/>
                  </a:lnTo>
                  <a:lnTo>
                    <a:pt x="231228" y="2434524"/>
                  </a:lnTo>
                  <a:lnTo>
                    <a:pt x="273542" y="2452423"/>
                  </a:lnTo>
                  <a:lnTo>
                    <a:pt x="318107" y="2465592"/>
                  </a:lnTo>
                  <a:lnTo>
                    <a:pt x="364612" y="2473721"/>
                  </a:lnTo>
                  <a:lnTo>
                    <a:pt x="412750" y="2476500"/>
                  </a:lnTo>
                  <a:lnTo>
                    <a:pt x="2073148" y="2476500"/>
                  </a:lnTo>
                  <a:lnTo>
                    <a:pt x="2121286" y="2473721"/>
                  </a:lnTo>
                  <a:lnTo>
                    <a:pt x="2167797" y="2465592"/>
                  </a:lnTo>
                  <a:lnTo>
                    <a:pt x="2212370" y="2452423"/>
                  </a:lnTo>
                  <a:lnTo>
                    <a:pt x="2254694" y="2434524"/>
                  </a:lnTo>
                  <a:lnTo>
                    <a:pt x="2294459" y="2412205"/>
                  </a:lnTo>
                  <a:lnTo>
                    <a:pt x="2331356" y="2385776"/>
                  </a:lnTo>
                  <a:lnTo>
                    <a:pt x="2365073" y="2355548"/>
                  </a:lnTo>
                  <a:lnTo>
                    <a:pt x="2395301" y="2321831"/>
                  </a:lnTo>
                  <a:lnTo>
                    <a:pt x="2421730" y="2284934"/>
                  </a:lnTo>
                  <a:lnTo>
                    <a:pt x="2444049" y="2245169"/>
                  </a:lnTo>
                  <a:lnTo>
                    <a:pt x="2461948" y="2202845"/>
                  </a:lnTo>
                  <a:lnTo>
                    <a:pt x="2475117" y="2158272"/>
                  </a:lnTo>
                  <a:lnTo>
                    <a:pt x="2483246" y="2111761"/>
                  </a:lnTo>
                  <a:lnTo>
                    <a:pt x="2486025" y="2063623"/>
                  </a:lnTo>
                  <a:lnTo>
                    <a:pt x="2486025" y="412750"/>
                  </a:lnTo>
                  <a:lnTo>
                    <a:pt x="2483246" y="364612"/>
                  </a:lnTo>
                  <a:lnTo>
                    <a:pt x="2475117" y="318107"/>
                  </a:lnTo>
                  <a:lnTo>
                    <a:pt x="2461948" y="273542"/>
                  </a:lnTo>
                  <a:lnTo>
                    <a:pt x="2444049" y="231228"/>
                  </a:lnTo>
                  <a:lnTo>
                    <a:pt x="2421730" y="191475"/>
                  </a:lnTo>
                  <a:lnTo>
                    <a:pt x="2395301" y="154591"/>
                  </a:lnTo>
                  <a:lnTo>
                    <a:pt x="2365073" y="120888"/>
                  </a:lnTo>
                  <a:lnTo>
                    <a:pt x="2331356" y="90673"/>
                  </a:lnTo>
                  <a:lnTo>
                    <a:pt x="2294459" y="64257"/>
                  </a:lnTo>
                  <a:lnTo>
                    <a:pt x="2254694" y="41950"/>
                  </a:lnTo>
                  <a:lnTo>
                    <a:pt x="2212370" y="24061"/>
                  </a:lnTo>
                  <a:lnTo>
                    <a:pt x="2167797" y="10900"/>
                  </a:lnTo>
                  <a:lnTo>
                    <a:pt x="2121286" y="2776"/>
                  </a:lnTo>
                  <a:lnTo>
                    <a:pt x="2073148" y="0"/>
                  </a:lnTo>
                  <a:close/>
                </a:path>
              </a:pathLst>
            </a:custGeom>
            <a:solidFill>
              <a:srgbClr val="A74A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96001" y="862076"/>
              <a:ext cx="2486025" cy="2476500"/>
            </a:xfrm>
            <a:custGeom>
              <a:avLst/>
              <a:gdLst/>
              <a:ahLst/>
              <a:cxnLst/>
              <a:rect l="l" t="t" r="r" b="b"/>
              <a:pathLst>
                <a:path w="2486025" h="2476500">
                  <a:moveTo>
                    <a:pt x="0" y="412750"/>
                  </a:moveTo>
                  <a:lnTo>
                    <a:pt x="2776" y="364612"/>
                  </a:lnTo>
                  <a:lnTo>
                    <a:pt x="10900" y="318107"/>
                  </a:lnTo>
                  <a:lnTo>
                    <a:pt x="24061" y="273542"/>
                  </a:lnTo>
                  <a:lnTo>
                    <a:pt x="41950" y="231228"/>
                  </a:lnTo>
                  <a:lnTo>
                    <a:pt x="64257" y="191475"/>
                  </a:lnTo>
                  <a:lnTo>
                    <a:pt x="90673" y="154591"/>
                  </a:lnTo>
                  <a:lnTo>
                    <a:pt x="120888" y="120888"/>
                  </a:lnTo>
                  <a:lnTo>
                    <a:pt x="154591" y="90673"/>
                  </a:lnTo>
                  <a:lnTo>
                    <a:pt x="191475" y="64257"/>
                  </a:lnTo>
                  <a:lnTo>
                    <a:pt x="231228" y="41950"/>
                  </a:lnTo>
                  <a:lnTo>
                    <a:pt x="273542" y="24061"/>
                  </a:lnTo>
                  <a:lnTo>
                    <a:pt x="318107" y="10900"/>
                  </a:lnTo>
                  <a:lnTo>
                    <a:pt x="364612" y="2776"/>
                  </a:lnTo>
                  <a:lnTo>
                    <a:pt x="412750" y="0"/>
                  </a:lnTo>
                  <a:lnTo>
                    <a:pt x="2073148" y="0"/>
                  </a:lnTo>
                  <a:lnTo>
                    <a:pt x="2121286" y="2776"/>
                  </a:lnTo>
                  <a:lnTo>
                    <a:pt x="2167797" y="10900"/>
                  </a:lnTo>
                  <a:lnTo>
                    <a:pt x="2212370" y="24061"/>
                  </a:lnTo>
                  <a:lnTo>
                    <a:pt x="2254694" y="41950"/>
                  </a:lnTo>
                  <a:lnTo>
                    <a:pt x="2294459" y="64257"/>
                  </a:lnTo>
                  <a:lnTo>
                    <a:pt x="2331356" y="90673"/>
                  </a:lnTo>
                  <a:lnTo>
                    <a:pt x="2365073" y="120888"/>
                  </a:lnTo>
                  <a:lnTo>
                    <a:pt x="2395301" y="154591"/>
                  </a:lnTo>
                  <a:lnTo>
                    <a:pt x="2421730" y="191475"/>
                  </a:lnTo>
                  <a:lnTo>
                    <a:pt x="2444049" y="231228"/>
                  </a:lnTo>
                  <a:lnTo>
                    <a:pt x="2461948" y="273542"/>
                  </a:lnTo>
                  <a:lnTo>
                    <a:pt x="2475117" y="318107"/>
                  </a:lnTo>
                  <a:lnTo>
                    <a:pt x="2483246" y="364612"/>
                  </a:lnTo>
                  <a:lnTo>
                    <a:pt x="2486025" y="412750"/>
                  </a:lnTo>
                  <a:lnTo>
                    <a:pt x="2486025" y="2063623"/>
                  </a:lnTo>
                  <a:lnTo>
                    <a:pt x="2483246" y="2111761"/>
                  </a:lnTo>
                  <a:lnTo>
                    <a:pt x="2475117" y="2158272"/>
                  </a:lnTo>
                  <a:lnTo>
                    <a:pt x="2461948" y="2202845"/>
                  </a:lnTo>
                  <a:lnTo>
                    <a:pt x="2444049" y="2245169"/>
                  </a:lnTo>
                  <a:lnTo>
                    <a:pt x="2421730" y="2284934"/>
                  </a:lnTo>
                  <a:lnTo>
                    <a:pt x="2395301" y="2321831"/>
                  </a:lnTo>
                  <a:lnTo>
                    <a:pt x="2365073" y="2355548"/>
                  </a:lnTo>
                  <a:lnTo>
                    <a:pt x="2331356" y="2385776"/>
                  </a:lnTo>
                  <a:lnTo>
                    <a:pt x="2294459" y="2412205"/>
                  </a:lnTo>
                  <a:lnTo>
                    <a:pt x="2254694" y="2434524"/>
                  </a:lnTo>
                  <a:lnTo>
                    <a:pt x="2212370" y="2452423"/>
                  </a:lnTo>
                  <a:lnTo>
                    <a:pt x="2167797" y="2465592"/>
                  </a:lnTo>
                  <a:lnTo>
                    <a:pt x="2121286" y="2473721"/>
                  </a:lnTo>
                  <a:lnTo>
                    <a:pt x="2073148" y="2476500"/>
                  </a:lnTo>
                  <a:lnTo>
                    <a:pt x="412750" y="2476500"/>
                  </a:lnTo>
                  <a:lnTo>
                    <a:pt x="364612" y="2473721"/>
                  </a:lnTo>
                  <a:lnTo>
                    <a:pt x="318107" y="2465592"/>
                  </a:lnTo>
                  <a:lnTo>
                    <a:pt x="273542" y="2452423"/>
                  </a:lnTo>
                  <a:lnTo>
                    <a:pt x="231228" y="2434524"/>
                  </a:lnTo>
                  <a:lnTo>
                    <a:pt x="191475" y="2412205"/>
                  </a:lnTo>
                  <a:lnTo>
                    <a:pt x="154591" y="2385776"/>
                  </a:lnTo>
                  <a:lnTo>
                    <a:pt x="120888" y="2355548"/>
                  </a:lnTo>
                  <a:lnTo>
                    <a:pt x="90673" y="2321831"/>
                  </a:lnTo>
                  <a:lnTo>
                    <a:pt x="64257" y="2284934"/>
                  </a:lnTo>
                  <a:lnTo>
                    <a:pt x="41950" y="2245169"/>
                  </a:lnTo>
                  <a:lnTo>
                    <a:pt x="24061" y="2202845"/>
                  </a:lnTo>
                  <a:lnTo>
                    <a:pt x="10900" y="2158272"/>
                  </a:lnTo>
                  <a:lnTo>
                    <a:pt x="2776" y="2111761"/>
                  </a:lnTo>
                  <a:lnTo>
                    <a:pt x="0" y="2063623"/>
                  </a:lnTo>
                  <a:lnTo>
                    <a:pt x="0" y="4127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830315" y="1605978"/>
            <a:ext cx="2016125" cy="922688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93675">
              <a:lnSpc>
                <a:spcPts val="3379"/>
              </a:lnSpc>
              <a:spcBef>
                <a:spcPts val="395"/>
              </a:spcBef>
            </a:pPr>
            <a:r>
              <a:rPr sz="3000" b="0" spc="24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sz="3000" b="0" spc="125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b="0" spc="-2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 </a:t>
            </a:r>
            <a:r>
              <a:rPr sz="3000" b="0" spc="-1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Notepad++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66176" y="855725"/>
            <a:ext cx="2489200" cy="2489200"/>
            <a:chOff x="8266176" y="855725"/>
            <a:chExt cx="2489200" cy="2489200"/>
          </a:xfrm>
        </p:grpSpPr>
        <p:sp>
          <p:nvSpPr>
            <p:cNvPr id="20" name="object 20"/>
            <p:cNvSpPr/>
            <p:nvPr/>
          </p:nvSpPr>
          <p:spPr>
            <a:xfrm>
              <a:off x="8272526" y="862075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063623" y="0"/>
                  </a:moveTo>
                  <a:lnTo>
                    <a:pt x="412750" y="0"/>
                  </a:lnTo>
                  <a:lnTo>
                    <a:pt x="364612" y="2776"/>
                  </a:lnTo>
                  <a:lnTo>
                    <a:pt x="318107" y="10900"/>
                  </a:lnTo>
                  <a:lnTo>
                    <a:pt x="273542" y="24061"/>
                  </a:lnTo>
                  <a:lnTo>
                    <a:pt x="231228" y="41950"/>
                  </a:lnTo>
                  <a:lnTo>
                    <a:pt x="191475" y="64257"/>
                  </a:lnTo>
                  <a:lnTo>
                    <a:pt x="154591" y="90673"/>
                  </a:lnTo>
                  <a:lnTo>
                    <a:pt x="120888" y="120888"/>
                  </a:lnTo>
                  <a:lnTo>
                    <a:pt x="90673" y="154591"/>
                  </a:lnTo>
                  <a:lnTo>
                    <a:pt x="64257" y="191475"/>
                  </a:lnTo>
                  <a:lnTo>
                    <a:pt x="41950" y="231228"/>
                  </a:lnTo>
                  <a:lnTo>
                    <a:pt x="24061" y="273542"/>
                  </a:lnTo>
                  <a:lnTo>
                    <a:pt x="10900" y="318107"/>
                  </a:lnTo>
                  <a:lnTo>
                    <a:pt x="2776" y="364612"/>
                  </a:lnTo>
                  <a:lnTo>
                    <a:pt x="0" y="412750"/>
                  </a:lnTo>
                  <a:lnTo>
                    <a:pt x="0" y="2063623"/>
                  </a:lnTo>
                  <a:lnTo>
                    <a:pt x="2776" y="2111761"/>
                  </a:lnTo>
                  <a:lnTo>
                    <a:pt x="10900" y="2158272"/>
                  </a:lnTo>
                  <a:lnTo>
                    <a:pt x="24061" y="2202845"/>
                  </a:lnTo>
                  <a:lnTo>
                    <a:pt x="41950" y="2245169"/>
                  </a:lnTo>
                  <a:lnTo>
                    <a:pt x="64257" y="2284934"/>
                  </a:lnTo>
                  <a:lnTo>
                    <a:pt x="90673" y="2321831"/>
                  </a:lnTo>
                  <a:lnTo>
                    <a:pt x="120888" y="2355548"/>
                  </a:lnTo>
                  <a:lnTo>
                    <a:pt x="154591" y="2385776"/>
                  </a:lnTo>
                  <a:lnTo>
                    <a:pt x="191475" y="2412205"/>
                  </a:lnTo>
                  <a:lnTo>
                    <a:pt x="231228" y="2434524"/>
                  </a:lnTo>
                  <a:lnTo>
                    <a:pt x="273542" y="2452423"/>
                  </a:lnTo>
                  <a:lnTo>
                    <a:pt x="318107" y="2465592"/>
                  </a:lnTo>
                  <a:lnTo>
                    <a:pt x="364612" y="2473721"/>
                  </a:lnTo>
                  <a:lnTo>
                    <a:pt x="412750" y="2476500"/>
                  </a:lnTo>
                  <a:lnTo>
                    <a:pt x="2063623" y="2476500"/>
                  </a:lnTo>
                  <a:lnTo>
                    <a:pt x="2111761" y="2473721"/>
                  </a:lnTo>
                  <a:lnTo>
                    <a:pt x="2158272" y="2465592"/>
                  </a:lnTo>
                  <a:lnTo>
                    <a:pt x="2202845" y="2452423"/>
                  </a:lnTo>
                  <a:lnTo>
                    <a:pt x="2245169" y="2434524"/>
                  </a:lnTo>
                  <a:lnTo>
                    <a:pt x="2284934" y="2412205"/>
                  </a:lnTo>
                  <a:lnTo>
                    <a:pt x="2321831" y="2385776"/>
                  </a:lnTo>
                  <a:lnTo>
                    <a:pt x="2355548" y="2355548"/>
                  </a:lnTo>
                  <a:lnTo>
                    <a:pt x="2385776" y="2321831"/>
                  </a:lnTo>
                  <a:lnTo>
                    <a:pt x="2412205" y="2284934"/>
                  </a:lnTo>
                  <a:lnTo>
                    <a:pt x="2434524" y="2245169"/>
                  </a:lnTo>
                  <a:lnTo>
                    <a:pt x="2452423" y="2202845"/>
                  </a:lnTo>
                  <a:lnTo>
                    <a:pt x="2465592" y="2158272"/>
                  </a:lnTo>
                  <a:lnTo>
                    <a:pt x="2473721" y="2111761"/>
                  </a:lnTo>
                  <a:lnTo>
                    <a:pt x="2476500" y="2063623"/>
                  </a:lnTo>
                  <a:lnTo>
                    <a:pt x="2476500" y="412750"/>
                  </a:lnTo>
                  <a:lnTo>
                    <a:pt x="2473721" y="364612"/>
                  </a:lnTo>
                  <a:lnTo>
                    <a:pt x="2465592" y="318107"/>
                  </a:lnTo>
                  <a:lnTo>
                    <a:pt x="2452423" y="273542"/>
                  </a:lnTo>
                  <a:lnTo>
                    <a:pt x="2434524" y="231228"/>
                  </a:lnTo>
                  <a:lnTo>
                    <a:pt x="2412205" y="191475"/>
                  </a:lnTo>
                  <a:lnTo>
                    <a:pt x="2385776" y="154591"/>
                  </a:lnTo>
                  <a:lnTo>
                    <a:pt x="2355548" y="120888"/>
                  </a:lnTo>
                  <a:lnTo>
                    <a:pt x="2321831" y="90673"/>
                  </a:lnTo>
                  <a:lnTo>
                    <a:pt x="2284934" y="64257"/>
                  </a:lnTo>
                  <a:lnTo>
                    <a:pt x="2245169" y="41950"/>
                  </a:lnTo>
                  <a:lnTo>
                    <a:pt x="2202845" y="24061"/>
                  </a:lnTo>
                  <a:lnTo>
                    <a:pt x="2158272" y="10900"/>
                  </a:lnTo>
                  <a:lnTo>
                    <a:pt x="2111761" y="2776"/>
                  </a:lnTo>
                  <a:lnTo>
                    <a:pt x="2063623" y="0"/>
                  </a:lnTo>
                  <a:close/>
                </a:path>
              </a:pathLst>
            </a:custGeom>
            <a:solidFill>
              <a:srgbClr val="9F9A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72526" y="862075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412750"/>
                  </a:moveTo>
                  <a:lnTo>
                    <a:pt x="2776" y="364612"/>
                  </a:lnTo>
                  <a:lnTo>
                    <a:pt x="10900" y="318107"/>
                  </a:lnTo>
                  <a:lnTo>
                    <a:pt x="24061" y="273542"/>
                  </a:lnTo>
                  <a:lnTo>
                    <a:pt x="41950" y="231228"/>
                  </a:lnTo>
                  <a:lnTo>
                    <a:pt x="64257" y="191475"/>
                  </a:lnTo>
                  <a:lnTo>
                    <a:pt x="90673" y="154591"/>
                  </a:lnTo>
                  <a:lnTo>
                    <a:pt x="120888" y="120888"/>
                  </a:lnTo>
                  <a:lnTo>
                    <a:pt x="154591" y="90673"/>
                  </a:lnTo>
                  <a:lnTo>
                    <a:pt x="191475" y="64257"/>
                  </a:lnTo>
                  <a:lnTo>
                    <a:pt x="231228" y="41950"/>
                  </a:lnTo>
                  <a:lnTo>
                    <a:pt x="273542" y="24061"/>
                  </a:lnTo>
                  <a:lnTo>
                    <a:pt x="318107" y="10900"/>
                  </a:lnTo>
                  <a:lnTo>
                    <a:pt x="364612" y="2776"/>
                  </a:lnTo>
                  <a:lnTo>
                    <a:pt x="412750" y="0"/>
                  </a:lnTo>
                  <a:lnTo>
                    <a:pt x="2063623" y="0"/>
                  </a:lnTo>
                  <a:lnTo>
                    <a:pt x="2111761" y="2776"/>
                  </a:lnTo>
                  <a:lnTo>
                    <a:pt x="2158272" y="10900"/>
                  </a:lnTo>
                  <a:lnTo>
                    <a:pt x="2202845" y="24061"/>
                  </a:lnTo>
                  <a:lnTo>
                    <a:pt x="2245169" y="41950"/>
                  </a:lnTo>
                  <a:lnTo>
                    <a:pt x="2284934" y="64257"/>
                  </a:lnTo>
                  <a:lnTo>
                    <a:pt x="2321831" y="90673"/>
                  </a:lnTo>
                  <a:lnTo>
                    <a:pt x="2355548" y="120888"/>
                  </a:lnTo>
                  <a:lnTo>
                    <a:pt x="2385776" y="154591"/>
                  </a:lnTo>
                  <a:lnTo>
                    <a:pt x="2412205" y="191475"/>
                  </a:lnTo>
                  <a:lnTo>
                    <a:pt x="2434524" y="231228"/>
                  </a:lnTo>
                  <a:lnTo>
                    <a:pt x="2452423" y="273542"/>
                  </a:lnTo>
                  <a:lnTo>
                    <a:pt x="2465592" y="318107"/>
                  </a:lnTo>
                  <a:lnTo>
                    <a:pt x="2473721" y="364612"/>
                  </a:lnTo>
                  <a:lnTo>
                    <a:pt x="2476500" y="412750"/>
                  </a:lnTo>
                  <a:lnTo>
                    <a:pt x="2476500" y="2063623"/>
                  </a:lnTo>
                  <a:lnTo>
                    <a:pt x="2473721" y="2111761"/>
                  </a:lnTo>
                  <a:lnTo>
                    <a:pt x="2465592" y="2158272"/>
                  </a:lnTo>
                  <a:lnTo>
                    <a:pt x="2452423" y="2202845"/>
                  </a:lnTo>
                  <a:lnTo>
                    <a:pt x="2434524" y="2245169"/>
                  </a:lnTo>
                  <a:lnTo>
                    <a:pt x="2412205" y="2284934"/>
                  </a:lnTo>
                  <a:lnTo>
                    <a:pt x="2385776" y="2321831"/>
                  </a:lnTo>
                  <a:lnTo>
                    <a:pt x="2355548" y="2355548"/>
                  </a:lnTo>
                  <a:lnTo>
                    <a:pt x="2321831" y="2385776"/>
                  </a:lnTo>
                  <a:lnTo>
                    <a:pt x="2284934" y="2412205"/>
                  </a:lnTo>
                  <a:lnTo>
                    <a:pt x="2245169" y="2434524"/>
                  </a:lnTo>
                  <a:lnTo>
                    <a:pt x="2202845" y="2452423"/>
                  </a:lnTo>
                  <a:lnTo>
                    <a:pt x="2158272" y="2465592"/>
                  </a:lnTo>
                  <a:lnTo>
                    <a:pt x="2111761" y="2473721"/>
                  </a:lnTo>
                  <a:lnTo>
                    <a:pt x="2063623" y="2476500"/>
                  </a:lnTo>
                  <a:lnTo>
                    <a:pt x="412750" y="2476500"/>
                  </a:lnTo>
                  <a:lnTo>
                    <a:pt x="364612" y="2473721"/>
                  </a:lnTo>
                  <a:lnTo>
                    <a:pt x="318107" y="2465592"/>
                  </a:lnTo>
                  <a:lnTo>
                    <a:pt x="273542" y="2452423"/>
                  </a:lnTo>
                  <a:lnTo>
                    <a:pt x="231228" y="2434524"/>
                  </a:lnTo>
                  <a:lnTo>
                    <a:pt x="191475" y="2412205"/>
                  </a:lnTo>
                  <a:lnTo>
                    <a:pt x="154591" y="2385776"/>
                  </a:lnTo>
                  <a:lnTo>
                    <a:pt x="120888" y="2355548"/>
                  </a:lnTo>
                  <a:lnTo>
                    <a:pt x="90673" y="2321831"/>
                  </a:lnTo>
                  <a:lnTo>
                    <a:pt x="64257" y="2284934"/>
                  </a:lnTo>
                  <a:lnTo>
                    <a:pt x="41950" y="2245169"/>
                  </a:lnTo>
                  <a:lnTo>
                    <a:pt x="24061" y="2202845"/>
                  </a:lnTo>
                  <a:lnTo>
                    <a:pt x="10900" y="2158272"/>
                  </a:lnTo>
                  <a:lnTo>
                    <a:pt x="2776" y="2111761"/>
                  </a:lnTo>
                  <a:lnTo>
                    <a:pt x="0" y="2063623"/>
                  </a:lnTo>
                  <a:lnTo>
                    <a:pt x="0" y="4127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36984" y="1574940"/>
            <a:ext cx="1978025" cy="922688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065" marR="5080" algn="ctr">
              <a:lnSpc>
                <a:spcPts val="3379"/>
              </a:lnSpc>
              <a:spcBef>
                <a:spcPts val="395"/>
              </a:spcBef>
            </a:pPr>
            <a:r>
              <a:rPr sz="3000" spc="275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CSS</a:t>
            </a:r>
            <a:r>
              <a:rPr sz="30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14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 </a:t>
            </a:r>
            <a:r>
              <a:rPr sz="3000" spc="-1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tạo</a:t>
            </a:r>
            <a:r>
              <a:rPr sz="3000" spc="-2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 </a:t>
            </a:r>
            <a:r>
              <a:rPr sz="3000" spc="-2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diện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89651" y="3532251"/>
            <a:ext cx="2498725" cy="2489200"/>
            <a:chOff x="5589651" y="3532251"/>
            <a:chExt cx="2498725" cy="2489200"/>
          </a:xfrm>
        </p:grpSpPr>
        <p:sp>
          <p:nvSpPr>
            <p:cNvPr id="24" name="object 24"/>
            <p:cNvSpPr/>
            <p:nvPr/>
          </p:nvSpPr>
          <p:spPr>
            <a:xfrm>
              <a:off x="5596001" y="3538601"/>
              <a:ext cx="2486025" cy="2476500"/>
            </a:xfrm>
            <a:custGeom>
              <a:avLst/>
              <a:gdLst/>
              <a:ahLst/>
              <a:cxnLst/>
              <a:rect l="l" t="t" r="r" b="b"/>
              <a:pathLst>
                <a:path w="2486025" h="2476500">
                  <a:moveTo>
                    <a:pt x="2073148" y="0"/>
                  </a:moveTo>
                  <a:lnTo>
                    <a:pt x="412750" y="0"/>
                  </a:lnTo>
                  <a:lnTo>
                    <a:pt x="364612" y="2776"/>
                  </a:lnTo>
                  <a:lnTo>
                    <a:pt x="318107" y="10900"/>
                  </a:lnTo>
                  <a:lnTo>
                    <a:pt x="273542" y="24061"/>
                  </a:lnTo>
                  <a:lnTo>
                    <a:pt x="231228" y="41950"/>
                  </a:lnTo>
                  <a:lnTo>
                    <a:pt x="191475" y="64257"/>
                  </a:lnTo>
                  <a:lnTo>
                    <a:pt x="154591" y="90673"/>
                  </a:lnTo>
                  <a:lnTo>
                    <a:pt x="120888" y="120888"/>
                  </a:lnTo>
                  <a:lnTo>
                    <a:pt x="90673" y="154591"/>
                  </a:lnTo>
                  <a:lnTo>
                    <a:pt x="64257" y="191475"/>
                  </a:lnTo>
                  <a:lnTo>
                    <a:pt x="41950" y="231228"/>
                  </a:lnTo>
                  <a:lnTo>
                    <a:pt x="24061" y="273542"/>
                  </a:lnTo>
                  <a:lnTo>
                    <a:pt x="10900" y="318107"/>
                  </a:lnTo>
                  <a:lnTo>
                    <a:pt x="2776" y="364612"/>
                  </a:lnTo>
                  <a:lnTo>
                    <a:pt x="0" y="412750"/>
                  </a:lnTo>
                  <a:lnTo>
                    <a:pt x="0" y="2063673"/>
                  </a:lnTo>
                  <a:lnTo>
                    <a:pt x="2776" y="2111811"/>
                  </a:lnTo>
                  <a:lnTo>
                    <a:pt x="10900" y="2158317"/>
                  </a:lnTo>
                  <a:lnTo>
                    <a:pt x="24061" y="2202882"/>
                  </a:lnTo>
                  <a:lnTo>
                    <a:pt x="41950" y="2245197"/>
                  </a:lnTo>
                  <a:lnTo>
                    <a:pt x="64257" y="2284952"/>
                  </a:lnTo>
                  <a:lnTo>
                    <a:pt x="90673" y="2321836"/>
                  </a:lnTo>
                  <a:lnTo>
                    <a:pt x="120888" y="2355542"/>
                  </a:lnTo>
                  <a:lnTo>
                    <a:pt x="154591" y="2385757"/>
                  </a:lnTo>
                  <a:lnTo>
                    <a:pt x="191475" y="2412174"/>
                  </a:lnTo>
                  <a:lnTo>
                    <a:pt x="231228" y="2434483"/>
                  </a:lnTo>
                  <a:lnTo>
                    <a:pt x="273542" y="2452373"/>
                  </a:lnTo>
                  <a:lnTo>
                    <a:pt x="318107" y="2465535"/>
                  </a:lnTo>
                  <a:lnTo>
                    <a:pt x="364612" y="2473659"/>
                  </a:lnTo>
                  <a:lnTo>
                    <a:pt x="412750" y="2476436"/>
                  </a:lnTo>
                  <a:lnTo>
                    <a:pt x="2073148" y="2476436"/>
                  </a:lnTo>
                  <a:lnTo>
                    <a:pt x="2121286" y="2473659"/>
                  </a:lnTo>
                  <a:lnTo>
                    <a:pt x="2167797" y="2465535"/>
                  </a:lnTo>
                  <a:lnTo>
                    <a:pt x="2212370" y="2452373"/>
                  </a:lnTo>
                  <a:lnTo>
                    <a:pt x="2254694" y="2434483"/>
                  </a:lnTo>
                  <a:lnTo>
                    <a:pt x="2294459" y="2412174"/>
                  </a:lnTo>
                  <a:lnTo>
                    <a:pt x="2331356" y="2385757"/>
                  </a:lnTo>
                  <a:lnTo>
                    <a:pt x="2365073" y="2355542"/>
                  </a:lnTo>
                  <a:lnTo>
                    <a:pt x="2395301" y="2321836"/>
                  </a:lnTo>
                  <a:lnTo>
                    <a:pt x="2421730" y="2284952"/>
                  </a:lnTo>
                  <a:lnTo>
                    <a:pt x="2444049" y="2245197"/>
                  </a:lnTo>
                  <a:lnTo>
                    <a:pt x="2461948" y="2202882"/>
                  </a:lnTo>
                  <a:lnTo>
                    <a:pt x="2475117" y="2158317"/>
                  </a:lnTo>
                  <a:lnTo>
                    <a:pt x="2483246" y="2111811"/>
                  </a:lnTo>
                  <a:lnTo>
                    <a:pt x="2486025" y="2063673"/>
                  </a:lnTo>
                  <a:lnTo>
                    <a:pt x="2486025" y="412750"/>
                  </a:lnTo>
                  <a:lnTo>
                    <a:pt x="2483246" y="364612"/>
                  </a:lnTo>
                  <a:lnTo>
                    <a:pt x="2475117" y="318107"/>
                  </a:lnTo>
                  <a:lnTo>
                    <a:pt x="2461948" y="273542"/>
                  </a:lnTo>
                  <a:lnTo>
                    <a:pt x="2444049" y="231228"/>
                  </a:lnTo>
                  <a:lnTo>
                    <a:pt x="2421730" y="191475"/>
                  </a:lnTo>
                  <a:lnTo>
                    <a:pt x="2395301" y="154591"/>
                  </a:lnTo>
                  <a:lnTo>
                    <a:pt x="2365073" y="120888"/>
                  </a:lnTo>
                  <a:lnTo>
                    <a:pt x="2331356" y="90673"/>
                  </a:lnTo>
                  <a:lnTo>
                    <a:pt x="2294459" y="64257"/>
                  </a:lnTo>
                  <a:lnTo>
                    <a:pt x="2254694" y="41950"/>
                  </a:lnTo>
                  <a:lnTo>
                    <a:pt x="2212370" y="24061"/>
                  </a:lnTo>
                  <a:lnTo>
                    <a:pt x="2167797" y="10900"/>
                  </a:lnTo>
                  <a:lnTo>
                    <a:pt x="2121286" y="2776"/>
                  </a:lnTo>
                  <a:lnTo>
                    <a:pt x="2073148" y="0"/>
                  </a:lnTo>
                  <a:close/>
                </a:path>
              </a:pathLst>
            </a:custGeom>
            <a:solidFill>
              <a:srgbClr val="5097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96001" y="3538601"/>
              <a:ext cx="2486025" cy="2476500"/>
            </a:xfrm>
            <a:custGeom>
              <a:avLst/>
              <a:gdLst/>
              <a:ahLst/>
              <a:cxnLst/>
              <a:rect l="l" t="t" r="r" b="b"/>
              <a:pathLst>
                <a:path w="2486025" h="2476500">
                  <a:moveTo>
                    <a:pt x="0" y="412750"/>
                  </a:moveTo>
                  <a:lnTo>
                    <a:pt x="2776" y="364612"/>
                  </a:lnTo>
                  <a:lnTo>
                    <a:pt x="10900" y="318107"/>
                  </a:lnTo>
                  <a:lnTo>
                    <a:pt x="24061" y="273542"/>
                  </a:lnTo>
                  <a:lnTo>
                    <a:pt x="41950" y="231228"/>
                  </a:lnTo>
                  <a:lnTo>
                    <a:pt x="64257" y="191475"/>
                  </a:lnTo>
                  <a:lnTo>
                    <a:pt x="90673" y="154591"/>
                  </a:lnTo>
                  <a:lnTo>
                    <a:pt x="120888" y="120888"/>
                  </a:lnTo>
                  <a:lnTo>
                    <a:pt x="154591" y="90673"/>
                  </a:lnTo>
                  <a:lnTo>
                    <a:pt x="191475" y="64257"/>
                  </a:lnTo>
                  <a:lnTo>
                    <a:pt x="231228" y="41950"/>
                  </a:lnTo>
                  <a:lnTo>
                    <a:pt x="273542" y="24061"/>
                  </a:lnTo>
                  <a:lnTo>
                    <a:pt x="318107" y="10900"/>
                  </a:lnTo>
                  <a:lnTo>
                    <a:pt x="364612" y="2776"/>
                  </a:lnTo>
                  <a:lnTo>
                    <a:pt x="412750" y="0"/>
                  </a:lnTo>
                  <a:lnTo>
                    <a:pt x="2073148" y="0"/>
                  </a:lnTo>
                  <a:lnTo>
                    <a:pt x="2121286" y="2776"/>
                  </a:lnTo>
                  <a:lnTo>
                    <a:pt x="2167797" y="10900"/>
                  </a:lnTo>
                  <a:lnTo>
                    <a:pt x="2212370" y="24061"/>
                  </a:lnTo>
                  <a:lnTo>
                    <a:pt x="2254694" y="41950"/>
                  </a:lnTo>
                  <a:lnTo>
                    <a:pt x="2294459" y="64257"/>
                  </a:lnTo>
                  <a:lnTo>
                    <a:pt x="2331356" y="90673"/>
                  </a:lnTo>
                  <a:lnTo>
                    <a:pt x="2365073" y="120888"/>
                  </a:lnTo>
                  <a:lnTo>
                    <a:pt x="2395301" y="154591"/>
                  </a:lnTo>
                  <a:lnTo>
                    <a:pt x="2421730" y="191475"/>
                  </a:lnTo>
                  <a:lnTo>
                    <a:pt x="2444049" y="231228"/>
                  </a:lnTo>
                  <a:lnTo>
                    <a:pt x="2461948" y="273542"/>
                  </a:lnTo>
                  <a:lnTo>
                    <a:pt x="2475117" y="318107"/>
                  </a:lnTo>
                  <a:lnTo>
                    <a:pt x="2483246" y="364612"/>
                  </a:lnTo>
                  <a:lnTo>
                    <a:pt x="2486025" y="412750"/>
                  </a:lnTo>
                  <a:lnTo>
                    <a:pt x="2486025" y="2063673"/>
                  </a:lnTo>
                  <a:lnTo>
                    <a:pt x="2483246" y="2111811"/>
                  </a:lnTo>
                  <a:lnTo>
                    <a:pt x="2475117" y="2158317"/>
                  </a:lnTo>
                  <a:lnTo>
                    <a:pt x="2461948" y="2202882"/>
                  </a:lnTo>
                  <a:lnTo>
                    <a:pt x="2444049" y="2245197"/>
                  </a:lnTo>
                  <a:lnTo>
                    <a:pt x="2421730" y="2284952"/>
                  </a:lnTo>
                  <a:lnTo>
                    <a:pt x="2395301" y="2321836"/>
                  </a:lnTo>
                  <a:lnTo>
                    <a:pt x="2365073" y="2355542"/>
                  </a:lnTo>
                  <a:lnTo>
                    <a:pt x="2331356" y="2385757"/>
                  </a:lnTo>
                  <a:lnTo>
                    <a:pt x="2294459" y="2412174"/>
                  </a:lnTo>
                  <a:lnTo>
                    <a:pt x="2254694" y="2434483"/>
                  </a:lnTo>
                  <a:lnTo>
                    <a:pt x="2212370" y="2452373"/>
                  </a:lnTo>
                  <a:lnTo>
                    <a:pt x="2167797" y="2465535"/>
                  </a:lnTo>
                  <a:lnTo>
                    <a:pt x="2121286" y="2473659"/>
                  </a:lnTo>
                  <a:lnTo>
                    <a:pt x="2073148" y="2476436"/>
                  </a:lnTo>
                  <a:lnTo>
                    <a:pt x="412750" y="2476436"/>
                  </a:lnTo>
                  <a:lnTo>
                    <a:pt x="364612" y="2473659"/>
                  </a:lnTo>
                  <a:lnTo>
                    <a:pt x="318107" y="2465535"/>
                  </a:lnTo>
                  <a:lnTo>
                    <a:pt x="273542" y="2452373"/>
                  </a:lnTo>
                  <a:lnTo>
                    <a:pt x="231228" y="2434483"/>
                  </a:lnTo>
                  <a:lnTo>
                    <a:pt x="191475" y="2412174"/>
                  </a:lnTo>
                  <a:lnTo>
                    <a:pt x="154591" y="2385757"/>
                  </a:lnTo>
                  <a:lnTo>
                    <a:pt x="120888" y="2355542"/>
                  </a:lnTo>
                  <a:lnTo>
                    <a:pt x="90673" y="2321836"/>
                  </a:lnTo>
                  <a:lnTo>
                    <a:pt x="64257" y="2284952"/>
                  </a:lnTo>
                  <a:lnTo>
                    <a:pt x="41950" y="2245197"/>
                  </a:lnTo>
                  <a:lnTo>
                    <a:pt x="24061" y="2202882"/>
                  </a:lnTo>
                  <a:lnTo>
                    <a:pt x="10900" y="2158317"/>
                  </a:lnTo>
                  <a:lnTo>
                    <a:pt x="2776" y="2111811"/>
                  </a:lnTo>
                  <a:lnTo>
                    <a:pt x="0" y="2063673"/>
                  </a:lnTo>
                  <a:lnTo>
                    <a:pt x="0" y="4127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19560" y="3863594"/>
            <a:ext cx="2462466" cy="13338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454"/>
              </a:lnSpc>
              <a:spcBef>
                <a:spcPts val="105"/>
              </a:spcBef>
            </a:pPr>
            <a:r>
              <a:rPr sz="3000" spc="25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CSS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 algn="ctr">
              <a:lnSpc>
                <a:spcPct val="92900"/>
              </a:lnSpc>
              <a:spcBef>
                <a:spcPts val="105"/>
              </a:spcBef>
            </a:pPr>
            <a:r>
              <a:rPr sz="3000" spc="-18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ngoài</a:t>
            </a:r>
            <a:r>
              <a:rPr sz="3000" spc="-4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1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gắn </a:t>
            </a:r>
            <a:r>
              <a:rPr sz="30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</a:t>
            </a:r>
            <a:r>
              <a:rPr sz="3000" spc="1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3000" spc="-28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 </a:t>
            </a:r>
            <a:r>
              <a:rPr sz="3000" spc="2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HTML</a:t>
            </a:r>
            <a:endParaRPr sz="3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266176" y="3532251"/>
            <a:ext cx="2489200" cy="2489200"/>
            <a:chOff x="8266176" y="3532251"/>
            <a:chExt cx="2489200" cy="2489200"/>
          </a:xfrm>
        </p:grpSpPr>
        <p:sp>
          <p:nvSpPr>
            <p:cNvPr id="28" name="object 28"/>
            <p:cNvSpPr/>
            <p:nvPr/>
          </p:nvSpPr>
          <p:spPr>
            <a:xfrm>
              <a:off x="8272526" y="3538601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063623" y="0"/>
                  </a:moveTo>
                  <a:lnTo>
                    <a:pt x="412750" y="0"/>
                  </a:lnTo>
                  <a:lnTo>
                    <a:pt x="364612" y="2776"/>
                  </a:lnTo>
                  <a:lnTo>
                    <a:pt x="318107" y="10900"/>
                  </a:lnTo>
                  <a:lnTo>
                    <a:pt x="273542" y="24061"/>
                  </a:lnTo>
                  <a:lnTo>
                    <a:pt x="231228" y="41950"/>
                  </a:lnTo>
                  <a:lnTo>
                    <a:pt x="191475" y="64257"/>
                  </a:lnTo>
                  <a:lnTo>
                    <a:pt x="154591" y="90673"/>
                  </a:lnTo>
                  <a:lnTo>
                    <a:pt x="120888" y="120888"/>
                  </a:lnTo>
                  <a:lnTo>
                    <a:pt x="90673" y="154591"/>
                  </a:lnTo>
                  <a:lnTo>
                    <a:pt x="64257" y="191475"/>
                  </a:lnTo>
                  <a:lnTo>
                    <a:pt x="41950" y="231228"/>
                  </a:lnTo>
                  <a:lnTo>
                    <a:pt x="24061" y="273542"/>
                  </a:lnTo>
                  <a:lnTo>
                    <a:pt x="10900" y="318107"/>
                  </a:lnTo>
                  <a:lnTo>
                    <a:pt x="2776" y="364612"/>
                  </a:lnTo>
                  <a:lnTo>
                    <a:pt x="0" y="412750"/>
                  </a:lnTo>
                  <a:lnTo>
                    <a:pt x="0" y="2063673"/>
                  </a:lnTo>
                  <a:lnTo>
                    <a:pt x="2776" y="2111811"/>
                  </a:lnTo>
                  <a:lnTo>
                    <a:pt x="10900" y="2158317"/>
                  </a:lnTo>
                  <a:lnTo>
                    <a:pt x="24061" y="2202882"/>
                  </a:lnTo>
                  <a:lnTo>
                    <a:pt x="41950" y="2245197"/>
                  </a:lnTo>
                  <a:lnTo>
                    <a:pt x="64257" y="2284952"/>
                  </a:lnTo>
                  <a:lnTo>
                    <a:pt x="90673" y="2321836"/>
                  </a:lnTo>
                  <a:lnTo>
                    <a:pt x="120888" y="2355542"/>
                  </a:lnTo>
                  <a:lnTo>
                    <a:pt x="154591" y="2385757"/>
                  </a:lnTo>
                  <a:lnTo>
                    <a:pt x="191475" y="2412174"/>
                  </a:lnTo>
                  <a:lnTo>
                    <a:pt x="231228" y="2434483"/>
                  </a:lnTo>
                  <a:lnTo>
                    <a:pt x="273542" y="2452373"/>
                  </a:lnTo>
                  <a:lnTo>
                    <a:pt x="318107" y="2465535"/>
                  </a:lnTo>
                  <a:lnTo>
                    <a:pt x="364612" y="2473659"/>
                  </a:lnTo>
                  <a:lnTo>
                    <a:pt x="412750" y="2476436"/>
                  </a:lnTo>
                  <a:lnTo>
                    <a:pt x="2063623" y="2476436"/>
                  </a:lnTo>
                  <a:lnTo>
                    <a:pt x="2111761" y="2473659"/>
                  </a:lnTo>
                  <a:lnTo>
                    <a:pt x="2158272" y="2465535"/>
                  </a:lnTo>
                  <a:lnTo>
                    <a:pt x="2202845" y="2452373"/>
                  </a:lnTo>
                  <a:lnTo>
                    <a:pt x="2245169" y="2434483"/>
                  </a:lnTo>
                  <a:lnTo>
                    <a:pt x="2284934" y="2412174"/>
                  </a:lnTo>
                  <a:lnTo>
                    <a:pt x="2321831" y="2385757"/>
                  </a:lnTo>
                  <a:lnTo>
                    <a:pt x="2355548" y="2355542"/>
                  </a:lnTo>
                  <a:lnTo>
                    <a:pt x="2385776" y="2321836"/>
                  </a:lnTo>
                  <a:lnTo>
                    <a:pt x="2412205" y="2284952"/>
                  </a:lnTo>
                  <a:lnTo>
                    <a:pt x="2434524" y="2245197"/>
                  </a:lnTo>
                  <a:lnTo>
                    <a:pt x="2452423" y="2202882"/>
                  </a:lnTo>
                  <a:lnTo>
                    <a:pt x="2465592" y="2158317"/>
                  </a:lnTo>
                  <a:lnTo>
                    <a:pt x="2473721" y="2111811"/>
                  </a:lnTo>
                  <a:lnTo>
                    <a:pt x="2476500" y="2063673"/>
                  </a:lnTo>
                  <a:lnTo>
                    <a:pt x="2476500" y="412750"/>
                  </a:lnTo>
                  <a:lnTo>
                    <a:pt x="2473721" y="364612"/>
                  </a:lnTo>
                  <a:lnTo>
                    <a:pt x="2465592" y="318107"/>
                  </a:lnTo>
                  <a:lnTo>
                    <a:pt x="2452423" y="273542"/>
                  </a:lnTo>
                  <a:lnTo>
                    <a:pt x="2434524" y="231228"/>
                  </a:lnTo>
                  <a:lnTo>
                    <a:pt x="2412205" y="191475"/>
                  </a:lnTo>
                  <a:lnTo>
                    <a:pt x="2385776" y="154591"/>
                  </a:lnTo>
                  <a:lnTo>
                    <a:pt x="2355548" y="120888"/>
                  </a:lnTo>
                  <a:lnTo>
                    <a:pt x="2321831" y="90673"/>
                  </a:lnTo>
                  <a:lnTo>
                    <a:pt x="2284934" y="64257"/>
                  </a:lnTo>
                  <a:lnTo>
                    <a:pt x="2245169" y="41950"/>
                  </a:lnTo>
                  <a:lnTo>
                    <a:pt x="2202845" y="24061"/>
                  </a:lnTo>
                  <a:lnTo>
                    <a:pt x="2158272" y="10900"/>
                  </a:lnTo>
                  <a:lnTo>
                    <a:pt x="2111761" y="2776"/>
                  </a:lnTo>
                  <a:lnTo>
                    <a:pt x="2063623" y="0"/>
                  </a:lnTo>
                  <a:close/>
                </a:path>
              </a:pathLst>
            </a:custGeom>
            <a:solidFill>
              <a:srgbClr val="3C90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72526" y="3538601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412750"/>
                  </a:moveTo>
                  <a:lnTo>
                    <a:pt x="2776" y="364612"/>
                  </a:lnTo>
                  <a:lnTo>
                    <a:pt x="10900" y="318107"/>
                  </a:lnTo>
                  <a:lnTo>
                    <a:pt x="24061" y="273542"/>
                  </a:lnTo>
                  <a:lnTo>
                    <a:pt x="41950" y="231228"/>
                  </a:lnTo>
                  <a:lnTo>
                    <a:pt x="64257" y="191475"/>
                  </a:lnTo>
                  <a:lnTo>
                    <a:pt x="90673" y="154591"/>
                  </a:lnTo>
                  <a:lnTo>
                    <a:pt x="120888" y="120888"/>
                  </a:lnTo>
                  <a:lnTo>
                    <a:pt x="154591" y="90673"/>
                  </a:lnTo>
                  <a:lnTo>
                    <a:pt x="191475" y="64257"/>
                  </a:lnTo>
                  <a:lnTo>
                    <a:pt x="231228" y="41950"/>
                  </a:lnTo>
                  <a:lnTo>
                    <a:pt x="273542" y="24061"/>
                  </a:lnTo>
                  <a:lnTo>
                    <a:pt x="318107" y="10900"/>
                  </a:lnTo>
                  <a:lnTo>
                    <a:pt x="364612" y="2776"/>
                  </a:lnTo>
                  <a:lnTo>
                    <a:pt x="412750" y="0"/>
                  </a:lnTo>
                  <a:lnTo>
                    <a:pt x="2063623" y="0"/>
                  </a:lnTo>
                  <a:lnTo>
                    <a:pt x="2111761" y="2776"/>
                  </a:lnTo>
                  <a:lnTo>
                    <a:pt x="2158272" y="10900"/>
                  </a:lnTo>
                  <a:lnTo>
                    <a:pt x="2202845" y="24061"/>
                  </a:lnTo>
                  <a:lnTo>
                    <a:pt x="2245169" y="41950"/>
                  </a:lnTo>
                  <a:lnTo>
                    <a:pt x="2284934" y="64257"/>
                  </a:lnTo>
                  <a:lnTo>
                    <a:pt x="2321831" y="90673"/>
                  </a:lnTo>
                  <a:lnTo>
                    <a:pt x="2355548" y="120888"/>
                  </a:lnTo>
                  <a:lnTo>
                    <a:pt x="2385776" y="154591"/>
                  </a:lnTo>
                  <a:lnTo>
                    <a:pt x="2412205" y="191475"/>
                  </a:lnTo>
                  <a:lnTo>
                    <a:pt x="2434524" y="231228"/>
                  </a:lnTo>
                  <a:lnTo>
                    <a:pt x="2452423" y="273542"/>
                  </a:lnTo>
                  <a:lnTo>
                    <a:pt x="2465592" y="318107"/>
                  </a:lnTo>
                  <a:lnTo>
                    <a:pt x="2473721" y="364612"/>
                  </a:lnTo>
                  <a:lnTo>
                    <a:pt x="2476500" y="412750"/>
                  </a:lnTo>
                  <a:lnTo>
                    <a:pt x="2476500" y="2063673"/>
                  </a:lnTo>
                  <a:lnTo>
                    <a:pt x="2473721" y="2111811"/>
                  </a:lnTo>
                  <a:lnTo>
                    <a:pt x="2465592" y="2158317"/>
                  </a:lnTo>
                  <a:lnTo>
                    <a:pt x="2452423" y="2202882"/>
                  </a:lnTo>
                  <a:lnTo>
                    <a:pt x="2434524" y="2245197"/>
                  </a:lnTo>
                  <a:lnTo>
                    <a:pt x="2412205" y="2284952"/>
                  </a:lnTo>
                  <a:lnTo>
                    <a:pt x="2385776" y="2321836"/>
                  </a:lnTo>
                  <a:lnTo>
                    <a:pt x="2355548" y="2355542"/>
                  </a:lnTo>
                  <a:lnTo>
                    <a:pt x="2321831" y="2385757"/>
                  </a:lnTo>
                  <a:lnTo>
                    <a:pt x="2284934" y="2412174"/>
                  </a:lnTo>
                  <a:lnTo>
                    <a:pt x="2245169" y="2434483"/>
                  </a:lnTo>
                  <a:lnTo>
                    <a:pt x="2202845" y="2452373"/>
                  </a:lnTo>
                  <a:lnTo>
                    <a:pt x="2158272" y="2465535"/>
                  </a:lnTo>
                  <a:lnTo>
                    <a:pt x="2111761" y="2473659"/>
                  </a:lnTo>
                  <a:lnTo>
                    <a:pt x="2063623" y="2476436"/>
                  </a:lnTo>
                  <a:lnTo>
                    <a:pt x="412750" y="2476436"/>
                  </a:lnTo>
                  <a:lnTo>
                    <a:pt x="364612" y="2473659"/>
                  </a:lnTo>
                  <a:lnTo>
                    <a:pt x="318107" y="2465535"/>
                  </a:lnTo>
                  <a:lnTo>
                    <a:pt x="273542" y="2452373"/>
                  </a:lnTo>
                  <a:lnTo>
                    <a:pt x="231228" y="2434483"/>
                  </a:lnTo>
                  <a:lnTo>
                    <a:pt x="191475" y="2412174"/>
                  </a:lnTo>
                  <a:lnTo>
                    <a:pt x="154591" y="2385757"/>
                  </a:lnTo>
                  <a:lnTo>
                    <a:pt x="120888" y="2355542"/>
                  </a:lnTo>
                  <a:lnTo>
                    <a:pt x="90673" y="2321836"/>
                  </a:lnTo>
                  <a:lnTo>
                    <a:pt x="64257" y="2284952"/>
                  </a:lnTo>
                  <a:lnTo>
                    <a:pt x="41950" y="2245197"/>
                  </a:lnTo>
                  <a:lnTo>
                    <a:pt x="24061" y="2202882"/>
                  </a:lnTo>
                  <a:lnTo>
                    <a:pt x="10900" y="2158317"/>
                  </a:lnTo>
                  <a:lnTo>
                    <a:pt x="2776" y="2111811"/>
                  </a:lnTo>
                  <a:lnTo>
                    <a:pt x="0" y="2063673"/>
                  </a:lnTo>
                  <a:lnTo>
                    <a:pt x="0" y="4127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443084" y="3860228"/>
            <a:ext cx="1428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30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17152" y="4028460"/>
            <a:ext cx="2451863" cy="1764201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92800"/>
              </a:lnSpc>
              <a:spcBef>
                <a:spcPts val="365"/>
              </a:spcBef>
            </a:pP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Tạo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thuộc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animation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3000" spc="-55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000" spc="-55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css</a:t>
            </a:r>
            <a:endParaRPr sz="3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ải Mẫu background biển đẹp">
            <a:extLst>
              <a:ext uri="{FF2B5EF4-FFF2-40B4-BE49-F238E27FC236}">
                <a16:creationId xmlns:a16="http://schemas.microsoft.com/office/drawing/2014/main" id="{EA3BF13F-4440-0AAA-703B-1D1B4567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2192000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446D5CD-632A-19D8-208D-E6D5DD1F1BB6}"/>
              </a:ext>
            </a:extLst>
          </p:cNvPr>
          <p:cNvSpPr txBox="1">
            <a:spLocks/>
          </p:cNvSpPr>
          <p:nvPr/>
        </p:nvSpPr>
        <p:spPr>
          <a:xfrm>
            <a:off x="2717419" y="818197"/>
            <a:ext cx="7121525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5000">
                <a:solidFill>
                  <a:srgbClr val="580000"/>
                </a:solidFill>
                <a:latin typeface="Arial"/>
                <a:cs typeface="Arial"/>
              </a:rPr>
              <a:t>MỨC</a:t>
            </a:r>
            <a:r>
              <a:rPr lang="en-US" sz="5000" spc="-65">
                <a:solidFill>
                  <a:srgbClr val="580000"/>
                </a:solidFill>
                <a:latin typeface="Arial"/>
                <a:cs typeface="Arial"/>
              </a:rPr>
              <a:t> </a:t>
            </a:r>
            <a:r>
              <a:rPr lang="en-US" sz="5000">
                <a:solidFill>
                  <a:srgbClr val="580000"/>
                </a:solidFill>
                <a:latin typeface="Arial"/>
                <a:cs typeface="Arial"/>
              </a:rPr>
              <a:t>ĐỘ</a:t>
            </a:r>
            <a:r>
              <a:rPr lang="en-US" sz="5000" spc="-105">
                <a:solidFill>
                  <a:srgbClr val="580000"/>
                </a:solidFill>
                <a:latin typeface="Arial"/>
                <a:cs typeface="Arial"/>
              </a:rPr>
              <a:t> </a:t>
            </a:r>
            <a:r>
              <a:rPr lang="en-US" sz="5000">
                <a:solidFill>
                  <a:srgbClr val="580000"/>
                </a:solidFill>
                <a:latin typeface="Arial"/>
                <a:cs typeface="Arial"/>
              </a:rPr>
              <a:t>HOÀN</a:t>
            </a:r>
            <a:r>
              <a:rPr lang="en-US" sz="5000" spc="-50">
                <a:solidFill>
                  <a:srgbClr val="580000"/>
                </a:solidFill>
                <a:latin typeface="Arial"/>
                <a:cs typeface="Arial"/>
              </a:rPr>
              <a:t> </a:t>
            </a:r>
            <a:r>
              <a:rPr lang="en-US" sz="5000" spc="-10">
                <a:solidFill>
                  <a:srgbClr val="580000"/>
                </a:solidFill>
                <a:latin typeface="Arial"/>
                <a:cs typeface="Arial"/>
              </a:rPr>
              <a:t>THÀNH</a:t>
            </a:r>
            <a:endParaRPr lang="en-US" sz="500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D0D9B43-19E9-A368-DB94-568F42D19C13}"/>
              </a:ext>
            </a:extLst>
          </p:cNvPr>
          <p:cNvSpPr txBox="1"/>
          <p:nvPr/>
        </p:nvSpPr>
        <p:spPr>
          <a:xfrm>
            <a:off x="1364996" y="1549781"/>
            <a:ext cx="7672705" cy="3528695"/>
          </a:xfrm>
          <a:prstGeom prst="rect">
            <a:avLst/>
          </a:prstGeom>
        </p:spPr>
        <p:txBody>
          <a:bodyPr vert="horz" wrap="square" lIns="0" tIns="2679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110"/>
              </a:spcBef>
              <a:buFont typeface="Arial"/>
              <a:buChar char="•"/>
              <a:tabLst>
                <a:tab pos="241300" algn="l"/>
              </a:tabLst>
            </a:pPr>
            <a:r>
              <a:rPr sz="3950" b="1" spc="-250" dirty="0">
                <a:solidFill>
                  <a:srgbClr val="FF0000"/>
                </a:solidFill>
                <a:latin typeface="Century Gothic"/>
                <a:cs typeface="Century Gothic"/>
              </a:rPr>
              <a:t>Code</a:t>
            </a:r>
            <a:r>
              <a:rPr sz="3950" b="1" spc="-250">
                <a:solidFill>
                  <a:srgbClr val="FF0000"/>
                </a:solidFill>
                <a:latin typeface="Century Gothic"/>
                <a:cs typeface="Century Gothic"/>
              </a:rPr>
              <a:t>:</a:t>
            </a:r>
            <a:r>
              <a:rPr sz="3950" b="1" spc="-25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  <a:r>
              <a:rPr lang="en-US" sz="3950" b="1" spc="204">
                <a:solidFill>
                  <a:srgbClr val="FF0000"/>
                </a:solidFill>
                <a:latin typeface="Century Gothic"/>
                <a:cs typeface="Century Gothic"/>
              </a:rPr>
              <a:t>100</a:t>
            </a:r>
            <a:r>
              <a:rPr sz="3950" b="1" spc="204">
                <a:solidFill>
                  <a:srgbClr val="FF0000"/>
                </a:solidFill>
                <a:latin typeface="Century Gothic"/>
                <a:cs typeface="Century Gothic"/>
              </a:rPr>
              <a:t>%</a:t>
            </a:r>
            <a:endParaRPr sz="3950" b="1" dirty="0">
              <a:solidFill>
                <a:srgbClr val="FF0000"/>
              </a:solidFill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2020"/>
              </a:spcBef>
              <a:buFont typeface="Arial"/>
              <a:buChar char="•"/>
              <a:tabLst>
                <a:tab pos="241300" algn="l"/>
              </a:tabLst>
            </a:pPr>
            <a:r>
              <a:rPr sz="3950" b="1" dirty="0">
                <a:latin typeface="Century Gothic"/>
                <a:cs typeface="Century Gothic"/>
              </a:rPr>
              <a:t>Slide:</a:t>
            </a:r>
            <a:r>
              <a:rPr sz="3950" b="1" spc="100" dirty="0">
                <a:latin typeface="Century Gothic"/>
                <a:cs typeface="Century Gothic"/>
              </a:rPr>
              <a:t> </a:t>
            </a:r>
            <a:r>
              <a:rPr lang="en-US" sz="3950" b="1" spc="245" dirty="0">
                <a:latin typeface="Century Gothic"/>
                <a:cs typeface="Century Gothic"/>
              </a:rPr>
              <a:t>100</a:t>
            </a:r>
            <a:r>
              <a:rPr sz="3950" b="1" spc="245" dirty="0">
                <a:latin typeface="Century Gothic"/>
                <a:cs typeface="Century Gothic"/>
              </a:rPr>
              <a:t>%</a:t>
            </a:r>
            <a:endParaRPr sz="3950" b="1" dirty="0"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2020"/>
              </a:spcBef>
              <a:buFont typeface="Arial"/>
              <a:buChar char="•"/>
              <a:tabLst>
                <a:tab pos="241300" algn="l"/>
              </a:tabLst>
            </a:pPr>
            <a:r>
              <a:rPr sz="3950" b="1" dirty="0">
                <a:solidFill>
                  <a:srgbClr val="00B050"/>
                </a:solidFill>
                <a:latin typeface="Century Gothic"/>
                <a:cs typeface="Century Gothic"/>
              </a:rPr>
              <a:t>Hình</a:t>
            </a:r>
            <a:r>
              <a:rPr sz="3950" b="1" spc="-55" dirty="0">
                <a:solidFill>
                  <a:srgbClr val="00B050"/>
                </a:solidFill>
                <a:latin typeface="Century Gothic"/>
                <a:cs typeface="Century Gothic"/>
              </a:rPr>
              <a:t> </a:t>
            </a:r>
            <a:r>
              <a:rPr sz="3950" b="1" spc="-75" dirty="0">
                <a:solidFill>
                  <a:srgbClr val="00B050"/>
                </a:solidFill>
                <a:latin typeface="Calibri"/>
                <a:cs typeface="Calibri"/>
              </a:rPr>
              <a:t>ả</a:t>
            </a:r>
            <a:r>
              <a:rPr sz="3950" b="1" spc="-75" dirty="0">
                <a:solidFill>
                  <a:srgbClr val="00B050"/>
                </a:solidFill>
                <a:latin typeface="Century Gothic"/>
                <a:cs typeface="Century Gothic"/>
              </a:rPr>
              <a:t>nh,</a:t>
            </a:r>
            <a:r>
              <a:rPr sz="3950" b="1" spc="-80" dirty="0">
                <a:solidFill>
                  <a:srgbClr val="00B050"/>
                </a:solidFill>
                <a:latin typeface="Century Gothic"/>
                <a:cs typeface="Century Gothic"/>
              </a:rPr>
              <a:t> </a:t>
            </a:r>
            <a:r>
              <a:rPr sz="3950" b="1" spc="-185" dirty="0">
                <a:solidFill>
                  <a:srgbClr val="00B050"/>
                </a:solidFill>
                <a:latin typeface="Century Gothic"/>
                <a:cs typeface="Century Gothic"/>
              </a:rPr>
              <a:t>video:</a:t>
            </a:r>
            <a:r>
              <a:rPr sz="3950" b="1" spc="-75" dirty="0">
                <a:solidFill>
                  <a:srgbClr val="00B050"/>
                </a:solidFill>
                <a:latin typeface="Century Gothic"/>
                <a:cs typeface="Century Gothic"/>
              </a:rPr>
              <a:t> </a:t>
            </a:r>
            <a:r>
              <a:rPr sz="3950" b="1" spc="175" dirty="0">
                <a:solidFill>
                  <a:srgbClr val="00B050"/>
                </a:solidFill>
                <a:latin typeface="Century Gothic"/>
                <a:cs typeface="Century Gothic"/>
              </a:rPr>
              <a:t>100%</a:t>
            </a:r>
            <a:endParaRPr sz="3950" b="1" dirty="0">
              <a:solidFill>
                <a:srgbClr val="00B050"/>
              </a:solidFill>
              <a:latin typeface="Century Gothic"/>
              <a:cs typeface="Century Gothic"/>
            </a:endParaRPr>
          </a:p>
          <a:p>
            <a:pPr marL="241300" indent="-228600">
              <a:lnSpc>
                <a:spcPct val="100000"/>
              </a:lnSpc>
              <a:spcBef>
                <a:spcPts val="2025"/>
              </a:spcBef>
              <a:buFont typeface="Arial"/>
              <a:buChar char="•"/>
              <a:tabLst>
                <a:tab pos="241300" algn="l"/>
              </a:tabLst>
            </a:pPr>
            <a:r>
              <a:rPr sz="3950" b="1" spc="-105" dirty="0">
                <a:solidFill>
                  <a:srgbClr val="0070C0"/>
                </a:solidFill>
                <a:latin typeface="Century Gothic"/>
                <a:cs typeface="Century Gothic"/>
              </a:rPr>
              <a:t>Ngu</a:t>
            </a:r>
            <a:r>
              <a:rPr sz="3950" b="1" spc="-105" dirty="0">
                <a:solidFill>
                  <a:srgbClr val="0070C0"/>
                </a:solidFill>
                <a:latin typeface="Calibri"/>
                <a:cs typeface="Calibri"/>
              </a:rPr>
              <a:t>ồ</a:t>
            </a:r>
            <a:r>
              <a:rPr sz="3950" b="1" spc="-105" dirty="0">
                <a:solidFill>
                  <a:srgbClr val="0070C0"/>
                </a:solidFill>
                <a:latin typeface="Century Gothic"/>
                <a:cs typeface="Century Gothic"/>
              </a:rPr>
              <a:t>n:</a:t>
            </a:r>
            <a:r>
              <a:rPr sz="3950" b="1" spc="-17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3950" b="1" spc="-60" dirty="0">
                <a:solidFill>
                  <a:srgbClr val="0070C0"/>
                </a:solidFill>
                <a:latin typeface="Century Gothic"/>
                <a:cs typeface="Century Gothic"/>
              </a:rPr>
              <a:t>sách</a:t>
            </a:r>
            <a:r>
              <a:rPr sz="3950" b="1" spc="-175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3950" b="1" spc="-240" dirty="0">
                <a:solidFill>
                  <a:srgbClr val="0070C0"/>
                </a:solidFill>
                <a:latin typeface="Century Gothic"/>
                <a:cs typeface="Century Gothic"/>
              </a:rPr>
              <a:t>giáo</a:t>
            </a:r>
            <a:r>
              <a:rPr sz="3950" b="1" spc="-3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3950" b="1" spc="-160" dirty="0">
                <a:solidFill>
                  <a:srgbClr val="0070C0"/>
                </a:solidFill>
                <a:latin typeface="Century Gothic"/>
                <a:cs typeface="Century Gothic"/>
              </a:rPr>
              <a:t>khoa,</a:t>
            </a:r>
            <a:r>
              <a:rPr sz="3950" b="1" spc="-110" dirty="0">
                <a:solidFill>
                  <a:srgbClr val="0070C0"/>
                </a:solidFill>
                <a:latin typeface="Century Gothic"/>
                <a:cs typeface="Century Gothic"/>
              </a:rPr>
              <a:t> </a:t>
            </a:r>
            <a:r>
              <a:rPr sz="3950" b="1" spc="-10" dirty="0">
                <a:solidFill>
                  <a:srgbClr val="0070C0"/>
                </a:solidFill>
                <a:latin typeface="Century Gothic"/>
                <a:cs typeface="Century Gothic"/>
              </a:rPr>
              <a:t>interne</a:t>
            </a:r>
            <a:r>
              <a:rPr sz="4400" b="1" spc="-10" dirty="0">
                <a:solidFill>
                  <a:srgbClr val="0070C0"/>
                </a:solidFill>
                <a:latin typeface="Century Gothic"/>
                <a:cs typeface="Century Gothic"/>
              </a:rPr>
              <a:t>t</a:t>
            </a:r>
            <a:endParaRPr sz="4400" b="1" dirty="0">
              <a:solidFill>
                <a:srgbClr val="0070C0"/>
              </a:solidFill>
              <a:latin typeface="Century Gothic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3D7C87-CD8C-25C0-E3AC-809D0BFEC7C9}"/>
              </a:ext>
            </a:extLst>
          </p:cNvPr>
          <p:cNvSpPr txBox="1"/>
          <p:nvPr/>
        </p:nvSpPr>
        <p:spPr>
          <a:xfrm>
            <a:off x="10512806" y="5860097"/>
            <a:ext cx="77406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55" dirty="0">
                <a:solidFill>
                  <a:srgbClr val="FFFFFF"/>
                </a:solidFill>
                <a:latin typeface="Century Gothic"/>
                <a:cs typeface="Century Gothic"/>
              </a:rPr>
              <a:t>2/25/2025</a:t>
            </a:r>
            <a:endParaRPr sz="1100"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67846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9B61EC-5088-96D8-46E6-D5BA2790F4ED}"/>
              </a:ext>
            </a:extLst>
          </p:cNvPr>
          <p:cNvSpPr/>
          <p:nvPr/>
        </p:nvSpPr>
        <p:spPr>
          <a:xfrm>
            <a:off x="513760" y="377072"/>
            <a:ext cx="240384" cy="73529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F83F3-B887-1415-D167-B2DD46626186}"/>
              </a:ext>
            </a:extLst>
          </p:cNvPr>
          <p:cNvSpPr txBox="1"/>
          <p:nvPr/>
        </p:nvSpPr>
        <p:spPr>
          <a:xfrm>
            <a:off x="923827" y="490194"/>
            <a:ext cx="3553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LINK TRANG WEB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92C9A-794B-ADD0-1687-D9EF5EEE3FE2}"/>
              </a:ext>
            </a:extLst>
          </p:cNvPr>
          <p:cNvSpPr txBox="1"/>
          <p:nvPr/>
        </p:nvSpPr>
        <p:spPr>
          <a:xfrm>
            <a:off x="923827" y="1338606"/>
            <a:ext cx="3450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 action="ppaction://hlinkfile"/>
              </a:rPr>
              <a:t>XEM TẠI 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07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520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Tahoma</vt:lpstr>
      <vt:lpstr>Office Theme</vt:lpstr>
      <vt:lpstr>PowerPoint Presentation</vt:lpstr>
      <vt:lpstr>PowerPoint Presentation</vt:lpstr>
      <vt:lpstr>PowerPoint Presentation</vt:lpstr>
      <vt:lpstr>Sử dụng Notepad++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Thị Minh Phương</dc:creator>
  <cp:lastModifiedBy>Lê Thị Minh Phương</cp:lastModifiedBy>
  <cp:revision>7</cp:revision>
  <dcterms:created xsi:type="dcterms:W3CDTF">2026-02-06T07:22:48Z</dcterms:created>
  <dcterms:modified xsi:type="dcterms:W3CDTF">2026-02-09T03:24:24Z</dcterms:modified>
</cp:coreProperties>
</file>